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4"/>
  </p:sldMasterIdLst>
  <p:sldIdLst>
    <p:sldId id="256" r:id="rId5"/>
    <p:sldId id="295" r:id="rId6"/>
    <p:sldId id="289" r:id="rId7"/>
    <p:sldId id="296" r:id="rId8"/>
    <p:sldId id="290" r:id="rId9"/>
    <p:sldId id="297" r:id="rId10"/>
    <p:sldId id="291" r:id="rId11"/>
    <p:sldId id="298" r:id="rId12"/>
    <p:sldId id="294" r:id="rId13"/>
    <p:sldId id="269" r:id="rId14"/>
    <p:sldId id="270" r:id="rId15"/>
    <p:sldId id="271" r:id="rId16"/>
    <p:sldId id="288" r:id="rId17"/>
    <p:sldId id="266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C5E-BED7-2115-C0B5-1B580DBD0A75}" v="977" dt="2025-04-21T23:25:55.602"/>
    <p1510:client id="{1350D3FA-67CA-4301-8056-B55BBCA4A7C1}" v="169" dt="2025-04-21T20:00:29.832"/>
    <p1510:client id="{4E03289F-EE62-4CC2-805C-0865B253654C}" v="1072" dt="2025-04-21T20:37:23.464"/>
    <p1510:client id="{DF02D24E-815C-F98A-19FD-7200C595EAA5}" v="580" dt="2025-04-21T19:42:31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g-Zaremba, Austin" userId="S::bingzarembaa21@students.ecu.edu::8c14636c-9e92-4c3e-8201-feeea1a07558" providerId="AD" clId="Web-{6605B4BC-5EEA-ED98-C450-F7C06401A668}"/>
    <pc:docChg chg="modSld">
      <pc:chgData name="Bing-Zaremba, Austin" userId="S::bingzarembaa21@students.ecu.edu::8c14636c-9e92-4c3e-8201-feeea1a07558" providerId="AD" clId="Web-{6605B4BC-5EEA-ED98-C450-F7C06401A668}" dt="2025-02-10T22:53:19.662" v="28" actId="1076"/>
      <pc:docMkLst>
        <pc:docMk/>
      </pc:docMkLst>
      <pc:sldChg chg="addSp delSp modSp">
        <pc:chgData name="Bing-Zaremba, Austin" userId="S::bingzarembaa21@students.ecu.edu::8c14636c-9e92-4c3e-8201-feeea1a07558" providerId="AD" clId="Web-{6605B4BC-5EEA-ED98-C450-F7C06401A668}" dt="2025-02-10T22:53:19.662" v="28" actId="1076"/>
        <pc:sldMkLst>
          <pc:docMk/>
          <pc:sldMk cId="1079086700" sldId="269"/>
        </pc:sldMkLst>
        <pc:spChg chg="mo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" creationId="{10F9C34E-764D-90D1-BE7F-47558146DBF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4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5" creationId="{596FA172-921E-4C46-94E3-3FC0695A7AA8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7" creationId="{2779F603-B669-4AD6-82F9-E09F76165B99}"/>
          </ac:spMkLst>
        </pc:sp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3" creationId="{7ABFD994-C2DC-4E7D-9411-C7FF7813EF47}"/>
          </ac:cxnSpMkLst>
        </pc:cxn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6" creationId="{1F5DC8C3-BA5F-4EED-BB9A-A14272BD82A1}"/>
          </ac:cxnSpMkLst>
        </pc:cxnChg>
      </pc:sldChg>
      <pc:sldChg chg="addSp delSp modSp">
        <pc:chgData name="Bing-Zaremba, Austin" userId="S::bingzarembaa21@students.ecu.edu::8c14636c-9e92-4c3e-8201-feeea1a07558" providerId="AD" clId="Web-{6605B4BC-5EEA-ED98-C450-F7C06401A668}" dt="2025-02-10T22:51:48.452" v="21"/>
        <pc:sldMkLst>
          <pc:docMk/>
          <pc:sldMk cId="2643622246" sldId="270"/>
        </pc:sldMkLst>
        <pc:spChg chg="mod">
          <ac:chgData name="Bing-Zaremba, Austin" userId="S::bingzarembaa21@students.ecu.edu::8c14636c-9e92-4c3e-8201-feeea1a07558" providerId="AD" clId="Web-{6605B4BC-5EEA-ED98-C450-F7C06401A668}" dt="2025-02-10T22:46:06.538" v="1"/>
          <ac:spMkLst>
            <pc:docMk/>
            <pc:sldMk cId="2643622246" sldId="270"/>
            <ac:spMk id="2" creationId="{5896A9EE-D05D-3B99-B753-C5DA73193A71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26" creationId="{88F0A37D-2337-4AAF-98B0-7E4E9B98719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30" creationId="{F7234D70-FB65-4E99-985E-64D219674D45}"/>
          </ac:spMkLst>
        </pc:spChg>
        <pc:graphicFrameChg chg="add mod ord modGraphic">
          <ac:chgData name="Bing-Zaremba, Austin" userId="S::bingzarembaa21@students.ecu.edu::8c14636c-9e92-4c3e-8201-feeea1a07558" providerId="AD" clId="Web-{6605B4BC-5EEA-ED98-C450-F7C06401A668}" dt="2025-02-10T22:51:48.452" v="21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cxnChg chg="add">
          <ac:chgData name="Bing-Zaremba, Austin" userId="S::bingzarembaa21@students.ecu.edu::8c14636c-9e92-4c3e-8201-feeea1a07558" providerId="AD" clId="Web-{6605B4BC-5EEA-ED98-C450-F7C06401A668}" dt="2025-02-10T22:51:48.452" v="21"/>
          <ac:cxnSpMkLst>
            <pc:docMk/>
            <pc:sldMk cId="2643622246" sldId="270"/>
            <ac:cxnSpMk id="28" creationId="{F15CCCF0-E573-463A-9760-1FDC0B2CFBD7}"/>
          </ac:cxnSpMkLst>
        </pc:cxnChg>
      </pc:sldChg>
    </pc:docChg>
  </pc:docChgLst>
  <pc:docChgLst>
    <pc:chgData name="Hatem, Carson" userId="S::hatemc22@students.ecu.edu::0da7c0ae-baa9-4757-b721-93744e55c2c5" providerId="AD" clId="Web-{61FE7236-2996-45DE-8F67-EB80F05DAE82}"/>
    <pc:docChg chg="modSld">
      <pc:chgData name="Hatem, Carson" userId="S::hatemc22@students.ecu.edu::0da7c0ae-baa9-4757-b721-93744e55c2c5" providerId="AD" clId="Web-{61FE7236-2996-45DE-8F67-EB80F05DAE82}" dt="2025-02-09T18:52:56.522" v="2" actId="20577"/>
      <pc:docMkLst>
        <pc:docMk/>
      </pc:docMkLst>
      <pc:sldChg chg="modSp">
        <pc:chgData name="Hatem, Carson" userId="S::hatemc22@students.ecu.edu::0da7c0ae-baa9-4757-b721-93744e55c2c5" providerId="AD" clId="Web-{61FE7236-2996-45DE-8F67-EB80F05DAE82}" dt="2025-02-09T18:52:56.522" v="2" actId="20577"/>
        <pc:sldMkLst>
          <pc:docMk/>
          <pc:sldMk cId="3357686734" sldId="267"/>
        </pc:sldMkLst>
      </pc:sldChg>
    </pc:docChg>
  </pc:docChgLst>
  <pc:docChgLst>
    <pc:chgData name="Lancaster, Christian Ray" userId="S::lancasterc23@students.ecu.edu::f6524adb-a430-4891-b8f4-e82907d0ae3d" providerId="AD" clId="Web-{54E2E078-E481-CCFF-8DDF-A974A54ED0B1}"/>
    <pc:docChg chg="modSld">
      <pc:chgData name="Lancaster, Christian Ray" userId="S::lancasterc23@students.ecu.edu::f6524adb-a430-4891-b8f4-e82907d0ae3d" providerId="AD" clId="Web-{54E2E078-E481-CCFF-8DDF-A974A54ED0B1}" dt="2025-03-17T22:13:40.477" v="20"/>
      <pc:docMkLst>
        <pc:docMk/>
      </pc:docMkLst>
      <pc:sldChg chg="modSp">
        <pc:chgData name="Lancaster, Christian Ray" userId="S::lancasterc23@students.ecu.edu::f6524adb-a430-4891-b8f4-e82907d0ae3d" providerId="AD" clId="Web-{54E2E078-E481-CCFF-8DDF-A974A54ED0B1}" dt="2025-03-17T22:13:40.477" v="20"/>
        <pc:sldMkLst>
          <pc:docMk/>
          <pc:sldMk cId="2643622246" sldId="270"/>
        </pc:sldMkLst>
        <pc:graphicFrameChg chg="mod modGraphic">
          <ac:chgData name="Lancaster, Christian Ray" userId="S::lancasterc23@students.ecu.edu::f6524adb-a430-4891-b8f4-e82907d0ae3d" providerId="AD" clId="Web-{54E2E078-E481-CCFF-8DDF-A974A54ED0B1}" dt="2025-03-17T22:13:40.477" v="20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Lancaster, Christian Ray" userId="S::lancasterc23@students.ecu.edu::f6524adb-a430-4891-b8f4-e82907d0ae3d" providerId="AD" clId="Web-{54E2E078-E481-CCFF-8DDF-A974A54ED0B1}" dt="2025-03-17T21:36:19.536" v="18"/>
        <pc:sldMkLst>
          <pc:docMk/>
          <pc:sldMk cId="2232573012" sldId="286"/>
        </pc:sldMkLst>
        <pc:spChg chg="del">
          <ac:chgData name="Lancaster, Christian Ray" userId="S::lancasterc23@students.ecu.edu::f6524adb-a430-4891-b8f4-e82907d0ae3d" providerId="AD" clId="Web-{54E2E078-E481-CCFF-8DDF-A974A54ED0B1}" dt="2025-03-17T21:34:37.067" v="0"/>
          <ac:spMkLst>
            <pc:docMk/>
            <pc:sldMk cId="2232573012" sldId="286"/>
            <ac:spMk id="3" creationId="{FA294C19-6532-69DD-C97F-E26B0A7C6DC2}"/>
          </ac:spMkLst>
        </pc:spChg>
        <pc:picChg chg="add mod ord modCrop">
          <ac:chgData name="Lancaster, Christian Ray" userId="S::lancasterc23@students.ecu.edu::f6524adb-a430-4891-b8f4-e82907d0ae3d" providerId="AD" clId="Web-{54E2E078-E481-CCFF-8DDF-A974A54ED0B1}" dt="2025-03-17T21:36:19.536" v="18"/>
          <ac:picMkLst>
            <pc:docMk/>
            <pc:sldMk cId="2232573012" sldId="286"/>
            <ac:picMk id="4" creationId="{A482645D-2EDD-4338-2085-C4D9767401B0}"/>
          </ac:picMkLst>
        </pc:picChg>
      </pc:sldChg>
    </pc:docChg>
  </pc:docChgLst>
  <pc:docChgLst>
    <pc:chgData name="Lancaster, Christian Ray" userId="S::lancasterc23@students.ecu.edu::f6524adb-a430-4891-b8f4-e82907d0ae3d" providerId="AD" clId="Web-{CFE1F3E3-1B5A-B1A2-40FC-E319D9EF9CE6}"/>
    <pc:docChg chg="modSld">
      <pc:chgData name="Lancaster, Christian Ray" userId="S::lancasterc23@students.ecu.edu::f6524adb-a430-4891-b8f4-e82907d0ae3d" providerId="AD" clId="Web-{CFE1F3E3-1B5A-B1A2-40FC-E319D9EF9CE6}" dt="2025-02-10T23:08:47.030" v="31"/>
      <pc:docMkLst>
        <pc:docMk/>
      </pc:docMkLst>
      <pc:sldChg chg="addSp delSp modSp">
        <pc:chgData name="Lancaster, Christian Ray" userId="S::lancasterc23@students.ecu.edu::f6524adb-a430-4891-b8f4-e82907d0ae3d" providerId="AD" clId="Web-{CFE1F3E3-1B5A-B1A2-40FC-E319D9EF9CE6}" dt="2025-02-10T22:48:06.990" v="1"/>
        <pc:sldMkLst>
          <pc:docMk/>
          <pc:sldMk cId="2643622246" sldId="270"/>
        </pc:sldMkLst>
      </pc:sldChg>
      <pc:sldChg chg="addSp delSp modSp">
        <pc:chgData name="Lancaster, Christian Ray" userId="S::lancasterc23@students.ecu.edu::f6524adb-a430-4891-b8f4-e82907d0ae3d" providerId="AD" clId="Web-{CFE1F3E3-1B5A-B1A2-40FC-E319D9EF9CE6}" dt="2025-02-10T23:08:47.030" v="31"/>
        <pc:sldMkLst>
          <pc:docMk/>
          <pc:sldMk cId="2949255551" sldId="271"/>
        </pc:sldMkLst>
      </pc:sldChg>
    </pc:docChg>
  </pc:docChgLst>
  <pc:docChgLst>
    <pc:chgData name="Hatem, Carson" userId="S::hatemc22@students.ecu.edu::0da7c0ae-baa9-4757-b721-93744e55c2c5" providerId="AD" clId="Web-{112B456D-7C62-4B4D-B89B-BC353F467E46}"/>
    <pc:docChg chg="addSld delSld modSld sldOrd">
      <pc:chgData name="Hatem, Carson" userId="S::hatemc22@students.ecu.edu::0da7c0ae-baa9-4757-b721-93744e55c2c5" providerId="AD" clId="Web-{112B456D-7C62-4B4D-B89B-BC353F467E46}" dt="2025-04-07T22:28:35.649" v="646" actId="20577"/>
      <pc:docMkLst>
        <pc:docMk/>
      </pc:docMkLst>
      <pc:sldChg chg="addSp delSp modSp">
        <pc:chgData name="Hatem, Carson" userId="S::hatemc22@students.ecu.edu::0da7c0ae-baa9-4757-b721-93744e55c2c5" providerId="AD" clId="Web-{112B456D-7C62-4B4D-B89B-BC353F467E46}" dt="2025-04-07T21:50:24.608" v="490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112B456D-7C62-4B4D-B89B-BC353F467E46}" dt="2025-04-07T21:48:06.396" v="381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0:24.608" v="490" actId="20577"/>
          <ac:spMkLst>
            <pc:docMk/>
            <pc:sldMk cId="1544821928" sldId="266"/>
            <ac:spMk id="8" creationId="{EB0F8A3E-4D8F-D012-1092-73F38FA7E19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7:43.442" v="360"/>
          <ac:picMkLst>
            <pc:docMk/>
            <pc:sldMk cId="1544821928" sldId="266"/>
            <ac:picMk id="4" creationId="{6D8F72E0-F40F-03AF-74BB-66EB82EE3D6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11" v="364" actId="1076"/>
          <ac:picMkLst>
            <pc:docMk/>
            <pc:sldMk cId="1544821928" sldId="266"/>
            <ac:picMk id="5" creationId="{C67F8CD6-D124-0239-1D90-48C6FC03CEDC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58" v="365" actId="1076"/>
          <ac:picMkLst>
            <pc:docMk/>
            <pc:sldMk cId="1544821928" sldId="266"/>
            <ac:picMk id="7" creationId="{B3210177-2F5D-816C-E6D3-462652E3168A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4.005" v="366" actId="1076"/>
          <ac:picMkLst>
            <pc:docMk/>
            <pc:sldMk cId="1544821928" sldId="266"/>
            <ac:picMk id="10" creationId="{0B50BA25-867C-D945-F6CD-85DDEF53A188}"/>
          </ac:picMkLst>
        </pc:picChg>
      </pc:sldChg>
      <pc:sldChg chg="addSp delSp modSp">
        <pc:chgData name="Hatem, Carson" userId="S::hatemc22@students.ecu.edu::0da7c0ae-baa9-4757-b721-93744e55c2c5" providerId="AD" clId="Web-{112B456D-7C62-4B4D-B89B-BC353F467E46}" dt="2025-04-07T21:50:11.044" v="476" actId="20577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12B456D-7C62-4B4D-B89B-BC353F467E46}" dt="2025-04-07T21:50:11.044" v="47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8:40.914" v="422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9:54.090" v="455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9:10.853" v="428" actId="14100"/>
          <ac:picMkLst>
            <pc:docMk/>
            <pc:sldMk cId="3569211006" sldId="278"/>
            <ac:picMk id="5" creationId="{8C8C35AA-099E-1000-B515-1D326F3B5EA5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8.086" v="423"/>
          <ac:picMkLst>
            <pc:docMk/>
            <pc:sldMk cId="3569211006" sldId="278"/>
            <ac:picMk id="7" creationId="{3618BE04-91AD-80AF-8EC3-A826E8ED557A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9.196" v="424"/>
          <ac:picMkLst>
            <pc:docMk/>
            <pc:sldMk cId="3569211006" sldId="278"/>
            <ac:picMk id="9" creationId="{A7F0DC9F-6916-0648-A58B-1A39BB3008B3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9:37.417" v="433" actId="14100"/>
          <ac:picMkLst>
            <pc:docMk/>
            <pc:sldMk cId="3569211006" sldId="278"/>
            <ac:picMk id="11" creationId="{6EF4D241-0885-E0A1-5588-D2E43F379574}"/>
          </ac:picMkLst>
        </pc:picChg>
      </pc:sldChg>
      <pc:sldChg chg="addSp modSp">
        <pc:chgData name="Hatem, Carson" userId="S::hatemc22@students.ecu.edu::0da7c0ae-baa9-4757-b721-93744e55c2c5" providerId="AD" clId="Web-{112B456D-7C62-4B4D-B89B-BC353F467E46}" dt="2025-04-07T22:28:35.649" v="646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12B456D-7C62-4B4D-B89B-BC353F467E46}" dt="2025-04-07T22:27:13.769" v="507" actId="20577"/>
          <ac:spMkLst>
            <pc:docMk/>
            <pc:sldMk cId="3644964489" sldId="288"/>
            <ac:spMk id="3" creationId="{05B3CE47-BDC9-E4AA-54E4-6A2DC457AA6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2:28:35.649" v="646" actId="20577"/>
          <ac:spMkLst>
            <pc:docMk/>
            <pc:sldMk cId="3644964489" sldId="288"/>
            <ac:spMk id="4" creationId="{68B85AD2-A879-76CB-8376-93F6025A7ACE}"/>
          </ac:spMkLst>
        </pc:spChg>
      </pc:sldChg>
      <pc:sldChg chg="addSp delSp modSp">
        <pc:chgData name="Hatem, Carson" userId="S::hatemc22@students.ecu.edu::0da7c0ae-baa9-4757-b721-93744e55c2c5" providerId="AD" clId="Web-{112B456D-7C62-4B4D-B89B-BC353F467E46}" dt="2025-04-07T21:28:55.859" v="176" actId="1076"/>
        <pc:sldMkLst>
          <pc:docMk/>
          <pc:sldMk cId="1290669118" sldId="296"/>
        </pc:sldMkLst>
        <pc:picChg chg="add mod">
          <ac:chgData name="Hatem, Carson" userId="S::hatemc22@students.ecu.edu::0da7c0ae-baa9-4757-b721-93744e55c2c5" providerId="AD" clId="Web-{112B456D-7C62-4B4D-B89B-BC353F467E46}" dt="2025-04-07T21:28:55.859" v="176" actId="1076"/>
          <ac:picMkLst>
            <pc:docMk/>
            <pc:sldMk cId="1290669118" sldId="296"/>
            <ac:picMk id="3" creationId="{6BA7EFDF-0865-576E-DB9F-DBBAB0C6173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29.515" v="170"/>
          <ac:picMkLst>
            <pc:docMk/>
            <pc:sldMk cId="1290669118" sldId="296"/>
            <ac:picMk id="11" creationId="{12E22251-5812-E742-A03D-762A949AFB43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3:59.933" v="496" actId="20577"/>
        <pc:sldMkLst>
          <pc:docMk/>
          <pc:sldMk cId="1700852225" sldId="297"/>
        </pc:sldMkLst>
        <pc:spChg chg="mod">
          <ac:chgData name="Hatem, Carson" userId="S::hatemc22@students.ecu.edu::0da7c0ae-baa9-4757-b721-93744e55c2c5" providerId="AD" clId="Web-{112B456D-7C62-4B4D-B89B-BC353F467E46}" dt="2025-04-07T21:53:59.933" v="496" actId="20577"/>
          <ac:spMkLst>
            <pc:docMk/>
            <pc:sldMk cId="1700852225" sldId="297"/>
            <ac:spMk id="2" creationId="{F197D9F5-20C5-84AC-B594-6F16893B188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3:53.229" v="492" actId="1076"/>
          <ac:spMkLst>
            <pc:docMk/>
            <pc:sldMk cId="1700852225" sldId="297"/>
            <ac:spMk id="14" creationId="{96D0EDC1-C483-EEC6-6841-B2801468DBED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53:51.307" v="491" actId="1076"/>
          <ac:picMkLst>
            <pc:docMk/>
            <pc:sldMk cId="1700852225" sldId="297"/>
            <ac:picMk id="3" creationId="{073CB080-AA7B-6D78-0C1C-4B8E7D1B0F7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59.469" v="177"/>
          <ac:picMkLst>
            <pc:docMk/>
            <pc:sldMk cId="1700852225" sldId="297"/>
            <ac:picMk id="11" creationId="{152A70C4-4184-B2D1-9C73-61D1B870DA3F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4:18.965" v="501" actId="20577"/>
        <pc:sldMkLst>
          <pc:docMk/>
          <pc:sldMk cId="1148914554" sldId="298"/>
        </pc:sldMkLst>
        <pc:spChg chg="mod">
          <ac:chgData name="Hatem, Carson" userId="S::hatemc22@students.ecu.edu::0da7c0ae-baa9-4757-b721-93744e55c2c5" providerId="AD" clId="Web-{112B456D-7C62-4B4D-B89B-BC353F467E46}" dt="2025-04-07T21:54:18.965" v="501" actId="20577"/>
          <ac:spMkLst>
            <pc:docMk/>
            <pc:sldMk cId="1148914554" sldId="298"/>
            <ac:spMk id="2" creationId="{15ED9A71-951C-1DE5-5A24-286D69F28BAC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1:42.626" v="19" actId="1076"/>
          <ac:spMkLst>
            <pc:docMk/>
            <pc:sldMk cId="1148914554" sldId="298"/>
            <ac:spMk id="6" creationId="{A11796ED-2DA2-10B5-BCA9-A5BA81EFFD0E}"/>
          </ac:spMkLst>
        </pc:spChg>
        <pc:spChg chg="add del">
          <ac:chgData name="Hatem, Carson" userId="S::hatemc22@students.ecu.edu::0da7c0ae-baa9-4757-b721-93744e55c2c5" providerId="AD" clId="Web-{112B456D-7C62-4B4D-B89B-BC353F467E46}" dt="2025-04-07T21:11:48.548" v="21"/>
          <ac:spMkLst>
            <pc:docMk/>
            <pc:sldMk cId="1148914554" sldId="298"/>
            <ac:spMk id="7" creationId="{851B731E-6572-8114-15FC-748A87E458D9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2:10.674" v="45" actId="20577"/>
          <ac:spMkLst>
            <pc:docMk/>
            <pc:sldMk cId="1148914554" sldId="298"/>
            <ac:spMk id="9" creationId="{AD962BD8-B08E-F577-E163-A17B016B95D2}"/>
          </ac:spMkLst>
        </pc:spChg>
        <pc:spChg chg="del mod">
          <ac:chgData name="Hatem, Carson" userId="S::hatemc22@students.ecu.edu::0da7c0ae-baa9-4757-b721-93744e55c2c5" providerId="AD" clId="Web-{112B456D-7C62-4B4D-B89B-BC353F467E46}" dt="2025-04-07T21:11:12.264" v="5"/>
          <ac:spMkLst>
            <pc:docMk/>
            <pc:sldMk cId="1148914554" sldId="298"/>
            <ac:spMk id="11" creationId="{851B731E-6572-8114-15FC-748A87E458D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1:26.321" v="204" actId="1076"/>
        <pc:sldMkLst>
          <pc:docMk/>
          <pc:sldMk cId="2982572211" sldId="299"/>
        </pc:sldMkLst>
        <pc:spChg chg="mod">
          <ac:chgData name="Hatem, Carson" userId="S::hatemc22@students.ecu.edu::0da7c0ae-baa9-4757-b721-93744e55c2c5" providerId="AD" clId="Web-{112B456D-7C62-4B4D-B89B-BC353F467E46}" dt="2025-04-07T21:25:26.237" v="169" actId="20577"/>
          <ac:spMkLst>
            <pc:docMk/>
            <pc:sldMk cId="2982572211" sldId="299"/>
            <ac:spMk id="2" creationId="{C36BB363-8B0D-52D7-DC2C-F1BAEE501E65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18.995" v="201" actId="1076"/>
          <ac:spMkLst>
            <pc:docMk/>
            <pc:sldMk cId="2982572211" sldId="299"/>
            <ac:spMk id="4" creationId="{B69CC7BB-81F1-C84E-F307-AC53F1C47F4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26.321" v="204" actId="1076"/>
          <ac:spMkLst>
            <pc:docMk/>
            <pc:sldMk cId="2982572211" sldId="299"/>
            <ac:spMk id="5" creationId="{FA102915-2156-31E9-C554-D0EA4B28D208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06.414" v="196" actId="1076"/>
          <ac:spMkLst>
            <pc:docMk/>
            <pc:sldMk cId="2982572211" sldId="299"/>
            <ac:spMk id="14" creationId="{808AC2A7-7F57-60ED-F5E1-EF9DB51B9A9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29:40.675" v="188" actId="14100"/>
          <ac:picMkLst>
            <pc:docMk/>
            <pc:sldMk cId="2982572211" sldId="299"/>
            <ac:picMk id="3" creationId="{7607716C-4107-DCB7-4354-B7F820913B34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25.720" v="184"/>
          <ac:picMkLst>
            <pc:docMk/>
            <pc:sldMk cId="2982572211" sldId="299"/>
            <ac:picMk id="11" creationId="{FAA9A542-5523-F949-3666-3409B1F1F1C7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30:10.739" v="195" actId="1076"/>
        <pc:sldMkLst>
          <pc:docMk/>
          <pc:sldMk cId="753088539" sldId="300"/>
        </pc:sldMkLst>
        <pc:spChg chg="mod">
          <ac:chgData name="Hatem, Carson" userId="S::hatemc22@students.ecu.edu::0da7c0ae-baa9-4757-b721-93744e55c2c5" providerId="AD" clId="Web-{112B456D-7C62-4B4D-B89B-BC353F467E46}" dt="2025-04-07T21:13:48.727" v="114" actId="20577"/>
          <ac:spMkLst>
            <pc:docMk/>
            <pc:sldMk cId="753088539" sldId="300"/>
            <ac:spMk id="2" creationId="{E3328A6B-2971-6465-9664-BEAA728FBC67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0:10.739" v="195" actId="1076"/>
          <ac:spMkLst>
            <pc:docMk/>
            <pc:sldMk cId="753088539" sldId="300"/>
            <ac:spMk id="14" creationId="{87C49908-1F04-2E96-520A-1B45013D0A4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30:07.051" v="194" actId="14100"/>
          <ac:picMkLst>
            <pc:docMk/>
            <pc:sldMk cId="753088539" sldId="300"/>
            <ac:picMk id="3" creationId="{45A793E9-75BD-0B1E-5AEA-BAAE5DD7C1CF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51.956" v="190"/>
          <ac:picMkLst>
            <pc:docMk/>
            <pc:sldMk cId="753088539" sldId="300"/>
            <ac:picMk id="11" creationId="{AE0B91EE-1424-FA7B-A2A7-C3E52A21594F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23:38.012" v="153" actId="20577"/>
        <pc:sldMkLst>
          <pc:docMk/>
          <pc:sldMk cId="2449166902" sldId="301"/>
        </pc:sldMkLst>
        <pc:spChg chg="mod">
          <ac:chgData name="Hatem, Carson" userId="S::hatemc22@students.ecu.edu::0da7c0ae-baa9-4757-b721-93744e55c2c5" providerId="AD" clId="Web-{112B456D-7C62-4B4D-B89B-BC353F467E46}" dt="2025-04-07T21:23:38.012" v="153" actId="20577"/>
          <ac:spMkLst>
            <pc:docMk/>
            <pc:sldMk cId="2449166902" sldId="301"/>
            <ac:spMk id="2" creationId="{E5815692-265C-EB46-A13D-FABACDC8023E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16:06.048" v="124"/>
          <ac:spMkLst>
            <pc:docMk/>
            <pc:sldMk cId="2449166902" sldId="301"/>
            <ac:spMk id="14" creationId="{1172ACE1-FB64-01A8-1D47-452E707694F4}"/>
          </ac:spMkLst>
        </pc:spChg>
        <pc:picChg chg="add del mod">
          <ac:chgData name="Hatem, Carson" userId="S::hatemc22@students.ecu.edu::0da7c0ae-baa9-4757-b721-93744e55c2c5" providerId="AD" clId="Web-{112B456D-7C62-4B4D-B89B-BC353F467E46}" dt="2025-04-07T21:16:21.298" v="125"/>
          <ac:picMkLst>
            <pc:docMk/>
            <pc:sldMk cId="2449166902" sldId="301"/>
            <ac:picMk id="3" creationId="{7C85AE7B-9332-9AB4-8039-349821F511CD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18:12.352" v="131" actId="1076"/>
          <ac:picMkLst>
            <pc:docMk/>
            <pc:sldMk cId="2449166902" sldId="301"/>
            <ac:picMk id="4" creationId="{D6342A30-19AD-94A8-7F4D-79AC9B120CEB}"/>
          </ac:picMkLst>
        </pc:picChg>
      </pc:sldChg>
      <pc:sldChg chg="delSp modSp add replId">
        <pc:chgData name="Hatem, Carson" userId="S::hatemc22@students.ecu.edu::0da7c0ae-baa9-4757-b721-93744e55c2c5" providerId="AD" clId="Web-{112B456D-7C62-4B4D-B89B-BC353F467E46}" dt="2025-04-07T21:31:54.323" v="222" actId="1076"/>
        <pc:sldMkLst>
          <pc:docMk/>
          <pc:sldMk cId="2184517415" sldId="302"/>
        </pc:sldMkLst>
        <pc:spChg chg="mod">
          <ac:chgData name="Hatem, Carson" userId="S::hatemc22@students.ecu.edu::0da7c0ae-baa9-4757-b721-93744e55c2c5" providerId="AD" clId="Web-{112B456D-7C62-4B4D-B89B-BC353F467E46}" dt="2025-04-07T21:31:47.994" v="219" actId="20577"/>
          <ac:spMkLst>
            <pc:docMk/>
            <pc:sldMk cId="2184517415" sldId="302"/>
            <ac:spMk id="2" creationId="{67B9906D-37B4-F73A-914F-FD49FB6D1AE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4.323" v="222" actId="1076"/>
          <ac:spMkLst>
            <pc:docMk/>
            <pc:sldMk cId="2184517415" sldId="302"/>
            <ac:spMk id="4" creationId="{2F9A8E93-1AB5-A29C-D1D6-95ACAE90B66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2.371" v="221" actId="1076"/>
          <ac:spMkLst>
            <pc:docMk/>
            <pc:sldMk cId="2184517415" sldId="302"/>
            <ac:spMk id="5" creationId="{A72CF12C-D69A-0A95-AB9C-2EACF49C6F0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1:49.651" v="220"/>
          <ac:spMkLst>
            <pc:docMk/>
            <pc:sldMk cId="2184517415" sldId="302"/>
            <ac:spMk id="14" creationId="{FE9701E0-09C2-2DAE-2265-4253B413DF58}"/>
          </ac:spMkLst>
        </pc:spChg>
      </pc:sldChg>
      <pc:sldChg chg="delSp modSp add ord replId">
        <pc:chgData name="Hatem, Carson" userId="S::hatemc22@students.ecu.edu::0da7c0ae-baa9-4757-b721-93744e55c2c5" providerId="AD" clId="Web-{112B456D-7C62-4B4D-B89B-BC353F467E46}" dt="2025-04-07T21:35:46.680" v="260"/>
        <pc:sldMkLst>
          <pc:docMk/>
          <pc:sldMk cId="426897762" sldId="303"/>
        </pc:sldMkLst>
        <pc:spChg chg="mod">
          <ac:chgData name="Hatem, Carson" userId="S::hatemc22@students.ecu.edu::0da7c0ae-baa9-4757-b721-93744e55c2c5" providerId="AD" clId="Web-{112B456D-7C62-4B4D-B89B-BC353F467E46}" dt="2025-04-07T21:32:10.496" v="236" actId="20577"/>
          <ac:spMkLst>
            <pc:docMk/>
            <pc:sldMk cId="426897762" sldId="303"/>
            <ac:spMk id="2" creationId="{D6DC997A-5469-7A46-00A5-88D0836059CF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2:02.917" v="224"/>
          <ac:spMkLst>
            <pc:docMk/>
            <pc:sldMk cId="426897762" sldId="303"/>
            <ac:spMk id="4" creationId="{B70C364F-7FD9-0CC7-07CA-E5DB37298F7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5:34.305" v="257" actId="1076"/>
        <pc:sldMkLst>
          <pc:docMk/>
          <pc:sldMk cId="228744783" sldId="304"/>
        </pc:sldMkLst>
        <pc:spChg chg="mod">
          <ac:chgData name="Hatem, Carson" userId="S::hatemc22@students.ecu.edu::0da7c0ae-baa9-4757-b721-93744e55c2c5" providerId="AD" clId="Web-{112B456D-7C62-4B4D-B89B-BC353F467E46}" dt="2025-04-07T21:35:17.382" v="252" actId="20577"/>
          <ac:spMkLst>
            <pc:docMk/>
            <pc:sldMk cId="228744783" sldId="304"/>
            <ac:spMk id="2" creationId="{8DA1454D-54DA-DB22-2B2C-1E295EF0DCF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5:20.304" v="254"/>
          <ac:spMkLst>
            <pc:docMk/>
            <pc:sldMk cId="228744783" sldId="304"/>
            <ac:spMk id="5" creationId="{DB313E75-2097-FDF9-B86D-C2073DB6DA24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35:18.821" v="253"/>
          <ac:picMkLst>
            <pc:docMk/>
            <pc:sldMk cId="228744783" sldId="304"/>
            <ac:picMk id="3" creationId="{B0FE252A-C8DD-174F-2B40-747B21D840CE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35:34.305" v="257" actId="1076"/>
          <ac:picMkLst>
            <pc:docMk/>
            <pc:sldMk cId="228744783" sldId="304"/>
            <ac:picMk id="4" creationId="{D3BB0CAA-7C9C-4B71-2E4C-C12A325204C2}"/>
          </ac:picMkLst>
        </pc:picChg>
      </pc:sldChg>
      <pc:sldChg chg="modSp add replId">
        <pc:chgData name="Hatem, Carson" userId="S::hatemc22@students.ecu.edu::0da7c0ae-baa9-4757-b721-93744e55c2c5" providerId="AD" clId="Web-{112B456D-7C62-4B4D-B89B-BC353F467E46}" dt="2025-04-07T21:35:59.509" v="269" actId="1076"/>
        <pc:sldMkLst>
          <pc:docMk/>
          <pc:sldMk cId="2031811939" sldId="305"/>
        </pc:sldMkLst>
        <pc:spChg chg="mod">
          <ac:chgData name="Hatem, Carson" userId="S::hatemc22@students.ecu.edu::0da7c0ae-baa9-4757-b721-93744e55c2c5" providerId="AD" clId="Web-{112B456D-7C62-4B4D-B89B-BC353F467E46}" dt="2025-04-07T21:35:54.259" v="268" actId="20577"/>
          <ac:spMkLst>
            <pc:docMk/>
            <pc:sldMk cId="2031811939" sldId="305"/>
            <ac:spMk id="2" creationId="{EE141A07-CAD3-1D73-C540-203D5C0A18CD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5:59.509" v="269" actId="1076"/>
          <ac:spMkLst>
            <pc:docMk/>
            <pc:sldMk cId="2031811939" sldId="305"/>
            <ac:spMk id="5" creationId="{600C8092-30B9-C222-8578-9B5C58A120A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44:14.398" v="290" actId="14100"/>
        <pc:sldMkLst>
          <pc:docMk/>
          <pc:sldMk cId="4261017306" sldId="306"/>
        </pc:sldMkLst>
        <pc:spChg chg="mod">
          <ac:chgData name="Hatem, Carson" userId="S::hatemc22@students.ecu.edu::0da7c0ae-baa9-4757-b721-93744e55c2c5" providerId="AD" clId="Web-{112B456D-7C62-4B4D-B89B-BC353F467E46}" dt="2025-04-07T21:37:36.374" v="276" actId="20577"/>
          <ac:spMkLst>
            <pc:docMk/>
            <pc:sldMk cId="4261017306" sldId="306"/>
            <ac:spMk id="2" creationId="{19256430-29E0-E525-2D3B-5790D6E96C78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7:24.983" v="272"/>
          <ac:spMkLst>
            <pc:docMk/>
            <pc:sldMk cId="4261017306" sldId="306"/>
            <ac:spMk id="5" creationId="{DC763371-F02F-F5AC-3B34-8C20BD4D37C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2:49.721" v="277"/>
          <ac:picMkLst>
            <pc:docMk/>
            <pc:sldMk cId="4261017306" sldId="306"/>
            <ac:picMk id="3" creationId="{7142120C-CD89-6981-DBF2-39D9B91CA3E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4:14.398" v="290" actId="14100"/>
          <ac:picMkLst>
            <pc:docMk/>
            <pc:sldMk cId="4261017306" sldId="306"/>
            <ac:picMk id="4" creationId="{489CFA0D-C055-CC9D-B2C7-263A6A60FA6E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7.282" v="359" actId="1076"/>
        <pc:sldMkLst>
          <pc:docMk/>
          <pc:sldMk cId="608125135" sldId="307"/>
        </pc:sldMkLst>
        <pc:spChg chg="mod">
          <ac:chgData name="Hatem, Carson" userId="S::hatemc22@students.ecu.edu::0da7c0ae-baa9-4757-b721-93744e55c2c5" providerId="AD" clId="Web-{112B456D-7C62-4B4D-B89B-BC353F467E46}" dt="2025-04-07T21:44:37.462" v="305" actId="20577"/>
          <ac:spMkLst>
            <pc:docMk/>
            <pc:sldMk cId="608125135" sldId="307"/>
            <ac:spMk id="2" creationId="{D71BF8D9-F3CF-DD98-B6C3-1D6F40B9ABD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7.282" v="359" actId="1076"/>
          <ac:spMkLst>
            <pc:docMk/>
            <pc:sldMk cId="608125135" sldId="307"/>
            <ac:spMk id="6" creationId="{2087E1C3-E19F-8D43-E645-AF52341750C2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4:46.978" v="308" actId="14100"/>
          <ac:picMkLst>
            <pc:docMk/>
            <pc:sldMk cId="608125135" sldId="307"/>
            <ac:picMk id="3" creationId="{FE880C7E-A6A8-0EEB-2C64-DCF7B78115C6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3:07.394" v="280"/>
          <ac:picMkLst>
            <pc:docMk/>
            <pc:sldMk cId="608125135" sldId="307"/>
            <ac:picMk id="4" creationId="{6AAD6851-0471-E946-FDE3-0BC2C09CBFDB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4.219" v="358" actId="1076"/>
        <pc:sldMkLst>
          <pc:docMk/>
          <pc:sldMk cId="1242831466" sldId="308"/>
        </pc:sldMkLst>
        <pc:spChg chg="mod">
          <ac:chgData name="Hatem, Carson" userId="S::hatemc22@students.ecu.edu::0da7c0ae-baa9-4757-b721-93744e55c2c5" providerId="AD" clId="Web-{112B456D-7C62-4B4D-B89B-BC353F467E46}" dt="2025-04-07T21:45:04.714" v="317" actId="20577"/>
          <ac:spMkLst>
            <pc:docMk/>
            <pc:sldMk cId="1242831466" sldId="308"/>
            <ac:spMk id="2" creationId="{85C9CE1F-CC08-1769-599F-5E72E501CA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4.219" v="358" actId="1076"/>
          <ac:spMkLst>
            <pc:docMk/>
            <pc:sldMk cId="1242831466" sldId="308"/>
            <ac:spMk id="6" creationId="{1390F77C-18FD-B995-DE88-848EAE5E54F6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3:46.100" v="285"/>
          <ac:picMkLst>
            <pc:docMk/>
            <pc:sldMk cId="1242831466" sldId="308"/>
            <ac:picMk id="3" creationId="{5B713A0D-51DD-BA12-B862-CA2D2ED9B7C0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5:33.262" v="323" actId="14100"/>
          <ac:picMkLst>
            <pc:docMk/>
            <pc:sldMk cId="1242831466" sldId="308"/>
            <ac:picMk id="4" creationId="{8DAE7658-15D5-91FE-0903-BC76316431D4}"/>
          </ac:picMkLst>
        </pc:picChg>
      </pc:sldChg>
      <pc:sldChg chg="add del replId">
        <pc:chgData name="Hatem, Carson" userId="S::hatemc22@students.ecu.edu::0da7c0ae-baa9-4757-b721-93744e55c2c5" providerId="AD" clId="Web-{112B456D-7C62-4B4D-B89B-BC353F467E46}" dt="2025-04-07T21:43:22.551" v="283"/>
        <pc:sldMkLst>
          <pc:docMk/>
          <pc:sldMk cId="4229226214" sldId="308"/>
        </pc:sldMkLst>
      </pc:sldChg>
      <pc:sldChg chg="addSp modSp add ord replId">
        <pc:chgData name="Hatem, Carson" userId="S::hatemc22@students.ecu.edu::0da7c0ae-baa9-4757-b721-93744e55c2c5" providerId="AD" clId="Web-{112B456D-7C62-4B4D-B89B-BC353F467E46}" dt="2025-04-07T21:46:09.061" v="357" actId="1076"/>
        <pc:sldMkLst>
          <pc:docMk/>
          <pc:sldMk cId="811079783" sldId="309"/>
        </pc:sldMkLst>
        <pc:spChg chg="mod">
          <ac:chgData name="Hatem, Carson" userId="S::hatemc22@students.ecu.edu::0da7c0ae-baa9-4757-b721-93744e55c2c5" providerId="AD" clId="Web-{112B456D-7C62-4B4D-B89B-BC353F467E46}" dt="2025-04-07T21:46:00.873" v="354" actId="20577"/>
          <ac:spMkLst>
            <pc:docMk/>
            <pc:sldMk cId="811079783" sldId="309"/>
            <ac:spMk id="2" creationId="{818EDB51-0688-5805-1ABA-E24260DDBC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09.061" v="357" actId="1076"/>
          <ac:spMkLst>
            <pc:docMk/>
            <pc:sldMk cId="811079783" sldId="309"/>
            <ac:spMk id="5" creationId="{01AFCC5B-BD20-BD67-8147-06260854DDB3}"/>
          </ac:spMkLst>
        </pc:spChg>
      </pc:sldChg>
    </pc:docChg>
  </pc:docChgLst>
  <pc:docChgLst>
    <pc:chgData name="Ingalls, Jackson Lee" userId="S::ingallsj22@students.ecu.edu::a6fff6de-6e09-4dd3-907d-8a60f96230aa" providerId="AD" clId="Web-{B0720708-5D7F-B3B8-FC3A-D6E1B11AED37}"/>
    <pc:docChg chg="delSld modSld">
      <pc:chgData name="Ingalls, Jackson Lee" userId="S::ingallsj22@students.ecu.edu::a6fff6de-6e09-4dd3-907d-8a60f96230aa" providerId="AD" clId="Web-{B0720708-5D7F-B3B8-FC3A-D6E1B11AED37}" dt="2025-04-07T23:00:00.784" v="404" actId="20577"/>
      <pc:docMkLst>
        <pc:docMk/>
      </pc:docMkLst>
      <pc:sldChg chg="addSp modSp">
        <pc:chgData name="Ingalls, Jackson Lee" userId="S::ingallsj22@students.ecu.edu::a6fff6de-6e09-4dd3-907d-8a60f96230aa" providerId="AD" clId="Web-{B0720708-5D7F-B3B8-FC3A-D6E1B11AED37}" dt="2025-04-07T22:41:56.095" v="333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B0720708-5D7F-B3B8-FC3A-D6E1B11AED37}" dt="2025-04-07T22:41:56.095" v="333" actId="20577"/>
          <ac:spMkLst>
            <pc:docMk/>
            <pc:sldMk cId="3869494483" sldId="256"/>
            <ac:spMk id="2" creationId="{8A55329B-DB28-5D5D-6BB7-5C5969F64834}"/>
          </ac:spMkLst>
        </pc:spChg>
        <pc:spChg chg="add mod">
          <ac:chgData name="Ingalls, Jackson Lee" userId="S::ingallsj22@students.ecu.edu::a6fff6de-6e09-4dd3-907d-8a60f96230aa" providerId="AD" clId="Web-{B0720708-5D7F-B3B8-FC3A-D6E1B11AED37}" dt="2025-04-07T22:41:51.657" v="327" actId="20577"/>
          <ac:spMkLst>
            <pc:docMk/>
            <pc:sldMk cId="3869494483" sldId="256"/>
            <ac:spMk id="6" creationId="{4AB79301-7A03-1AA4-9C08-BF6F087AE1F5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0:47.850" v="31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720708-5D7F-B3B8-FC3A-D6E1B11AED37}" dt="2025-04-07T22:30:47.850" v="310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3:27.976" v="312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B0720708-5D7F-B3B8-FC3A-D6E1B11AED37}" dt="2025-04-07T22:33:27.976" v="312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addSp delSp modSp">
        <pc:chgData name="Ingalls, Jackson Lee" userId="S::ingallsj22@students.ecu.edu::a6fff6de-6e09-4dd3-907d-8a60f96230aa" providerId="AD" clId="Web-{B0720708-5D7F-B3B8-FC3A-D6E1B11AED37}" dt="2025-04-07T22:44:53.068" v="385" actId="14100"/>
        <pc:sldMkLst>
          <pc:docMk/>
          <pc:sldMk cId="1079086700" sldId="269"/>
        </pc:sldMkLst>
        <pc:picChg chg="add mod">
          <ac:chgData name="Ingalls, Jackson Lee" userId="S::ingallsj22@students.ecu.edu::a6fff6de-6e09-4dd3-907d-8a60f96230aa" providerId="AD" clId="Web-{B0720708-5D7F-B3B8-FC3A-D6E1B11AED37}" dt="2025-04-07T22:44:53.068" v="385" actId="14100"/>
          <ac:picMkLst>
            <pc:docMk/>
            <pc:sldMk cId="1079086700" sldId="269"/>
            <ac:picMk id="3" creationId="{DAB2C1B0-543C-153D-9842-F80AD53562D8}"/>
          </ac:picMkLst>
        </pc:picChg>
        <pc:picChg chg="del">
          <ac:chgData name="Ingalls, Jackson Lee" userId="S::ingallsj22@students.ecu.edu::a6fff6de-6e09-4dd3-907d-8a60f96230aa" providerId="AD" clId="Web-{B0720708-5D7F-B3B8-FC3A-D6E1B11AED37}" dt="2025-04-07T22:44:43.490" v="383"/>
          <ac:picMkLst>
            <pc:docMk/>
            <pc:sldMk cId="1079086700" sldId="269"/>
            <ac:picMk id="5" creationId="{81F287E0-5A6B-9319-98EE-09F5621CF2B2}"/>
          </ac:picMkLst>
        </pc:picChg>
      </pc:sldChg>
      <pc:sldChg chg="modSp">
        <pc:chgData name="Ingalls, Jackson Lee" userId="S::ingallsj22@students.ecu.edu::a6fff6de-6e09-4dd3-907d-8a60f96230aa" providerId="AD" clId="Web-{B0720708-5D7F-B3B8-FC3A-D6E1B11AED37}" dt="2025-04-07T22:43:03.704" v="381"/>
        <pc:sldMkLst>
          <pc:docMk/>
          <pc:sldMk cId="2643622246" sldId="270"/>
        </pc:sldMkLst>
        <pc:graphicFrameChg chg="mod modGraphic">
          <ac:chgData name="Ingalls, Jackson Lee" userId="S::ingallsj22@students.ecu.edu::a6fff6de-6e09-4dd3-907d-8a60f96230aa" providerId="AD" clId="Web-{B0720708-5D7F-B3B8-FC3A-D6E1B11AED37}" dt="2025-04-07T22:43:03.704" v="381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modSp">
        <pc:chgData name="Ingalls, Jackson Lee" userId="S::ingallsj22@students.ecu.edu::a6fff6de-6e09-4dd3-907d-8a60f96230aa" providerId="AD" clId="Web-{B0720708-5D7F-B3B8-FC3A-D6E1B11AED37}" dt="2025-04-07T22:33:31.804" v="314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B0720708-5D7F-B3B8-FC3A-D6E1B11AED37}" dt="2025-04-07T22:33:31.804" v="314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del">
        <pc:chgData name="Ingalls, Jackson Lee" userId="S::ingallsj22@students.ecu.edu::a6fff6de-6e09-4dd3-907d-8a60f96230aa" providerId="AD" clId="Web-{B0720708-5D7F-B3B8-FC3A-D6E1B11AED37}" dt="2025-04-07T21:44:48.509" v="3"/>
        <pc:sldMkLst>
          <pc:docMk/>
          <pc:sldMk cId="1982557218" sldId="283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2"/>
        <pc:sldMkLst>
          <pc:docMk/>
          <pc:sldMk cId="4287221392" sldId="284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4"/>
        <pc:sldMkLst>
          <pc:docMk/>
          <pc:sldMk cId="3862824673" sldId="285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1"/>
        <pc:sldMkLst>
          <pc:docMk/>
          <pc:sldMk cId="2232573012" sldId="286"/>
        </pc:sldMkLst>
      </pc:sldChg>
      <pc:sldChg chg="modSp">
        <pc:chgData name="Ingalls, Jackson Lee" userId="S::ingallsj22@students.ecu.edu::a6fff6de-6e09-4dd3-907d-8a60f96230aa" providerId="AD" clId="Web-{B0720708-5D7F-B3B8-FC3A-D6E1B11AED37}" dt="2025-04-07T23:00:00.784" v="404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B0720708-5D7F-B3B8-FC3A-D6E1B11AED37}" dt="2025-04-07T23:00:00.784" v="404" actId="20577"/>
          <ac:spMkLst>
            <pc:docMk/>
            <pc:sldMk cId="3644964489" sldId="288"/>
            <ac:spMk id="4" creationId="{68B85AD2-A879-76CB-8376-93F6025A7ACE}"/>
          </ac:spMkLst>
        </pc:spChg>
      </pc:sldChg>
    </pc:docChg>
  </pc:docChgLst>
  <pc:docChgLst>
    <pc:chgData name="Hatem, Carson" userId="S::hatemc22@students.ecu.edu::0da7c0ae-baa9-4757-b721-93744e55c2c5" providerId="AD" clId="Web-{521C7612-0261-9D4F-6C4A-A489E9FDAE99}"/>
    <pc:docChg chg="addSld delSld modSld">
      <pc:chgData name="Hatem, Carson" userId="S::hatemc22@students.ecu.edu::0da7c0ae-baa9-4757-b721-93744e55c2c5" providerId="AD" clId="Web-{521C7612-0261-9D4F-6C4A-A489E9FDAE99}" dt="2025-02-10T23:18:48.010" v="750" actId="20577"/>
      <pc:docMkLst>
        <pc:docMk/>
      </pc:docMkLst>
      <pc:sldChg chg="modSp">
        <pc:chgData name="Hatem, Carson" userId="S::hatemc22@students.ecu.edu::0da7c0ae-baa9-4757-b721-93744e55c2c5" providerId="AD" clId="Web-{521C7612-0261-9D4F-6C4A-A489E9FDAE99}" dt="2025-02-10T23:18:48.010" v="750" actId="20577"/>
        <pc:sldMkLst>
          <pc:docMk/>
          <pc:sldMk cId="1735733620" sldId="259"/>
        </pc:sldMkLst>
      </pc:sldChg>
      <pc:sldChg chg="addSp modSp">
        <pc:chgData name="Hatem, Carson" userId="S::hatemc22@students.ecu.edu::0da7c0ae-baa9-4757-b721-93744e55c2c5" providerId="AD" clId="Web-{521C7612-0261-9D4F-6C4A-A489E9FDAE99}" dt="2025-02-10T22:43:23.242" v="78" actId="20577"/>
        <pc:sldMkLst>
          <pc:docMk/>
          <pc:sldMk cId="1544821928" sldId="266"/>
        </pc:sldMkLst>
        <pc:spChg chg="add mod">
          <ac:chgData name="Hatem, Carson" userId="S::hatemc22@students.ecu.edu::0da7c0ae-baa9-4757-b721-93744e55c2c5" providerId="AD" clId="Web-{521C7612-0261-9D4F-6C4A-A489E9FDAE99}" dt="2025-02-10T22:42:22.741" v="33" actId="1076"/>
          <ac:spMkLst>
            <pc:docMk/>
            <pc:sldMk cId="1544821928" sldId="266"/>
            <ac:spMk id="3" creationId="{819DE028-B31B-4B42-348D-E861D7518723}"/>
          </ac:spMkLst>
        </pc:spChg>
        <pc:spChg chg="add mod">
          <ac:chgData name="Hatem, Carson" userId="S::hatemc22@students.ecu.edu::0da7c0ae-baa9-4757-b721-93744e55c2c5" providerId="AD" clId="Web-{521C7612-0261-9D4F-6C4A-A489E9FDAE99}" dt="2025-02-10T22:42:50.210" v="49" actId="1076"/>
          <ac:spMkLst>
            <pc:docMk/>
            <pc:sldMk cId="1544821928" sldId="266"/>
            <ac:spMk id="8" creationId="{EB0F8A3E-4D8F-D012-1092-73F38FA7E19E}"/>
          </ac:spMkLst>
        </pc:spChg>
      </pc:sldChg>
      <pc:sldChg chg="new del">
        <pc:chgData name="Hatem, Carson" userId="S::hatemc22@students.ecu.edu::0da7c0ae-baa9-4757-b721-93744e55c2c5" providerId="AD" clId="Web-{521C7612-0261-9D4F-6C4A-A489E9FDAE99}" dt="2025-02-10T22:53:22.042" v="81"/>
        <pc:sldMkLst>
          <pc:docMk/>
          <pc:sldMk cId="1358317856" sldId="272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2:56:04.750" v="414" actId="20577"/>
        <pc:sldMkLst>
          <pc:docMk/>
          <pc:sldMk cId="2111690045" sldId="273"/>
        </pc:sldMkLst>
      </pc:sldChg>
      <pc:sldChg chg="new del">
        <pc:chgData name="Hatem, Carson" userId="S::hatemc22@students.ecu.edu::0da7c0ae-baa9-4757-b721-93744e55c2c5" providerId="AD" clId="Web-{521C7612-0261-9D4F-6C4A-A489E9FDAE99}" dt="2025-02-10T22:56:40.439" v="417"/>
        <pc:sldMkLst>
          <pc:docMk/>
          <pc:sldMk cId="1610052132" sldId="274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3:00:38.837" v="728" actId="20577"/>
        <pc:sldMkLst>
          <pc:docMk/>
          <pc:sldMk cId="673249720" sldId="275"/>
        </pc:sldMkLst>
        <pc:spChg chg="mod">
          <ac:chgData name="Hatem, Carson" userId="S::hatemc22@students.ecu.edu::0da7c0ae-baa9-4757-b721-93744e55c2c5" providerId="AD" clId="Web-{521C7612-0261-9D4F-6C4A-A489E9FDAE99}" dt="2025-02-10T22:56:45.314" v="422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Ingalls, Jackson Lee" userId="S::ingallsj22@students.ecu.edu::a6fff6de-6e09-4dd3-907d-8a60f96230aa" providerId="AD" clId="Web-{DF02D24E-815C-F98A-19FD-7200C595EAA5}"/>
    <pc:docChg chg="delSld modSld">
      <pc:chgData name="Ingalls, Jackson Lee" userId="S::ingallsj22@students.ecu.edu::a6fff6de-6e09-4dd3-907d-8a60f96230aa" providerId="AD" clId="Web-{DF02D24E-815C-F98A-19FD-7200C595EAA5}" dt="2025-04-21T19:42:31.677" v="492" actId="1076"/>
      <pc:docMkLst>
        <pc:docMk/>
      </pc:docMkLst>
      <pc:sldChg chg="modSp">
        <pc:chgData name="Ingalls, Jackson Lee" userId="S::ingallsj22@students.ecu.edu::a6fff6de-6e09-4dd3-907d-8a60f96230aa" providerId="AD" clId="Web-{DF02D24E-815C-F98A-19FD-7200C595EAA5}" dt="2025-04-21T00:34:21.030" v="23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DF02D24E-815C-F98A-19FD-7200C595EAA5}" dt="2025-04-21T00:34:21.030" v="23" actId="20577"/>
          <ac:spMkLst>
            <pc:docMk/>
            <pc:sldMk cId="3869494483" sldId="256"/>
            <ac:spMk id="2" creationId="{8A55329B-DB28-5D5D-6BB7-5C5969F64834}"/>
          </ac:spMkLst>
        </pc:spChg>
      </pc:sldChg>
      <pc:sldChg chg="del">
        <pc:chgData name="Ingalls, Jackson Lee" userId="S::ingallsj22@students.ecu.edu::a6fff6de-6e09-4dd3-907d-8a60f96230aa" providerId="AD" clId="Web-{DF02D24E-815C-F98A-19FD-7200C595EAA5}" dt="2025-04-21T00:33:29.122" v="0"/>
        <pc:sldMkLst>
          <pc:docMk/>
          <pc:sldMk cId="3873564083" sldId="257"/>
        </pc:sldMkLst>
      </pc:sldChg>
      <pc:sldChg chg="addSp delSp modSp">
        <pc:chgData name="Ingalls, Jackson Lee" userId="S::ingallsj22@students.ecu.edu::a6fff6de-6e09-4dd3-907d-8a60f96230aa" providerId="AD" clId="Web-{DF02D24E-815C-F98A-19FD-7200C595EAA5}" dt="2025-04-21T17:28:01.715" v="476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F02D24E-815C-F98A-19FD-7200C595EAA5}" dt="2025-04-21T17:27:50.699" v="472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DF02D24E-815C-F98A-19FD-7200C595EAA5}" dt="2025-04-21T17:27:48.417" v="471"/>
          <ac:spMkLst>
            <pc:docMk/>
            <pc:sldMk cId="1544821928" sldId="266"/>
            <ac:spMk id="4" creationId="{AE103BD1-D5B5-1C4F-A859-F6D8BA07AF9B}"/>
          </ac:spMkLst>
        </pc:spChg>
        <pc:spChg chg="del mod">
          <ac:chgData name="Ingalls, Jackson Lee" userId="S::ingallsj22@students.ecu.edu::a6fff6de-6e09-4dd3-907d-8a60f96230aa" providerId="AD" clId="Web-{DF02D24E-815C-F98A-19FD-7200C595EAA5}" dt="2025-04-21T17:28:01.715" v="476"/>
          <ac:spMkLst>
            <pc:docMk/>
            <pc:sldMk cId="1544821928" sldId="266"/>
            <ac:spMk id="8" creationId="{EB0F8A3E-4D8F-D012-1092-73F38FA7E19E}"/>
          </ac:spMkLst>
        </pc:spChg>
        <pc:picChg chg="del">
          <ac:chgData name="Ingalls, Jackson Lee" userId="S::ingallsj22@students.ecu.edu::a6fff6de-6e09-4dd3-907d-8a60f96230aa" providerId="AD" clId="Web-{DF02D24E-815C-F98A-19FD-7200C595EAA5}" dt="2025-04-21T17:27:37.119" v="467"/>
          <ac:picMkLst>
            <pc:docMk/>
            <pc:sldMk cId="1544821928" sldId="266"/>
            <ac:picMk id="5" creationId="{C67F8CD6-D124-0239-1D90-48C6FC03CEDC}"/>
          </ac:picMkLst>
        </pc:picChg>
        <pc:picChg chg="del">
          <ac:chgData name="Ingalls, Jackson Lee" userId="S::ingallsj22@students.ecu.edu::a6fff6de-6e09-4dd3-907d-8a60f96230aa" providerId="AD" clId="Web-{DF02D24E-815C-F98A-19FD-7200C595EAA5}" dt="2025-04-21T17:27:35.994" v="466"/>
          <ac:picMkLst>
            <pc:docMk/>
            <pc:sldMk cId="1544821928" sldId="266"/>
            <ac:picMk id="7" creationId="{B3210177-2F5D-816C-E6D3-462652E3168A}"/>
          </ac:picMkLst>
        </pc:picChg>
        <pc:picChg chg="del">
          <ac:chgData name="Ingalls, Jackson Lee" userId="S::ingallsj22@students.ecu.edu::a6fff6de-6e09-4dd3-907d-8a60f96230aa" providerId="AD" clId="Web-{DF02D24E-815C-F98A-19FD-7200C595EAA5}" dt="2025-04-21T17:27:38.995" v="468"/>
          <ac:picMkLst>
            <pc:docMk/>
            <pc:sldMk cId="1544821928" sldId="266"/>
            <ac:picMk id="10" creationId="{0B50BA25-867C-D945-F6CD-85DDEF53A188}"/>
          </ac:picMkLst>
        </pc:picChg>
      </pc:sldChg>
      <pc:sldChg chg="addSp delSp modSp">
        <pc:chgData name="Ingalls, Jackson Lee" userId="S::ingallsj22@students.ecu.edu::a6fff6de-6e09-4dd3-907d-8a60f96230aa" providerId="AD" clId="Web-{DF02D24E-815C-F98A-19FD-7200C595EAA5}" dt="2025-04-21T19:42:31.677" v="492" actId="1076"/>
        <pc:sldMkLst>
          <pc:docMk/>
          <pc:sldMk cId="1079086700" sldId="269"/>
        </pc:sldMkLst>
        <pc:picChg chg="del">
          <ac:chgData name="Ingalls, Jackson Lee" userId="S::ingallsj22@students.ecu.edu::a6fff6de-6e09-4dd3-907d-8a60f96230aa" providerId="AD" clId="Web-{DF02D24E-815C-F98A-19FD-7200C595EAA5}" dt="2025-04-21T19:41:08.440" v="488"/>
          <ac:picMkLst>
            <pc:docMk/>
            <pc:sldMk cId="1079086700" sldId="269"/>
            <ac:picMk id="3" creationId="{DAB2C1B0-543C-153D-9842-F80AD53562D8}"/>
          </ac:picMkLst>
        </pc:picChg>
        <pc:picChg chg="add mod">
          <ac:chgData name="Ingalls, Jackson Lee" userId="S::ingallsj22@students.ecu.edu::a6fff6de-6e09-4dd3-907d-8a60f96230aa" providerId="AD" clId="Web-{DF02D24E-815C-F98A-19FD-7200C595EAA5}" dt="2025-04-21T19:42:31.677" v="492" actId="1076"/>
          <ac:picMkLst>
            <pc:docMk/>
            <pc:sldMk cId="1079086700" sldId="269"/>
            <ac:picMk id="4" creationId="{01F2B3A0-E4B7-6224-9372-02B172D709BB}"/>
          </ac:picMkLst>
        </pc:picChg>
      </pc:sldChg>
      <pc:sldChg chg="modSp">
        <pc:chgData name="Ingalls, Jackson Lee" userId="S::ingallsj22@students.ecu.edu::a6fff6de-6e09-4dd3-907d-8a60f96230aa" providerId="AD" clId="Web-{DF02D24E-815C-F98A-19FD-7200C595EAA5}" dt="2025-04-21T15:49:11.724" v="459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DF02D24E-815C-F98A-19FD-7200C595EAA5}" dt="2025-04-21T00:43:51.170" v="63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DF02D24E-815C-F98A-19FD-7200C595EAA5}" dt="2025-04-21T15:49:11.724" v="459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DF02D24E-815C-F98A-19FD-7200C595EAA5}" dt="2025-04-21T17:37:44.216" v="487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DF02D24E-815C-F98A-19FD-7200C595EAA5}" dt="2025-04-21T17:27:21.556" v="461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DF02D24E-815C-F98A-19FD-7200C595EAA5}" dt="2025-04-21T17:37:01.400" v="477"/>
          <ac:spMkLst>
            <pc:docMk/>
            <pc:sldMk cId="2949255551" sldId="271"/>
            <ac:spMk id="5" creationId="{CE700D38-B273-67C1-5466-72D2DADF47C3}"/>
          </ac:spMkLst>
        </pc:spChg>
        <pc:picChg chg="del">
          <ac:chgData name="Ingalls, Jackson Lee" userId="S::ingallsj22@students.ecu.edu::a6fff6de-6e09-4dd3-907d-8a60f96230aa" providerId="AD" clId="Web-{DF02D24E-815C-F98A-19FD-7200C595EAA5}" dt="2025-04-21T17:27:19.055" v="460"/>
          <ac:picMkLst>
            <pc:docMk/>
            <pc:sldMk cId="2949255551" sldId="271"/>
            <ac:picMk id="3" creationId="{7B77F4FD-F67C-1536-5413-3EB52C5FC256}"/>
          </ac:picMkLst>
        </pc:picChg>
        <pc:picChg chg="add mod ord">
          <ac:chgData name="Ingalls, Jackson Lee" userId="S::ingallsj22@students.ecu.edu::a6fff6de-6e09-4dd3-907d-8a60f96230aa" providerId="AD" clId="Web-{DF02D24E-815C-F98A-19FD-7200C595EAA5}" dt="2025-04-21T17:37:44.216" v="487" actId="1076"/>
          <ac:picMkLst>
            <pc:docMk/>
            <pc:sldMk cId="2949255551" sldId="271"/>
            <ac:picMk id="6" creationId="{E5D04121-6182-EC2C-BF1D-38C924D2D227}"/>
          </ac:picMkLst>
        </pc:picChg>
      </pc:sldChg>
      <pc:sldChg chg="del">
        <pc:chgData name="Ingalls, Jackson Lee" userId="S::ingallsj22@students.ecu.edu::a6fff6de-6e09-4dd3-907d-8a60f96230aa" providerId="AD" clId="Web-{DF02D24E-815C-F98A-19FD-7200C595EAA5}" dt="2025-04-21T17:27:56.902" v="473"/>
        <pc:sldMkLst>
          <pc:docMk/>
          <pc:sldMk cId="3569211006" sldId="278"/>
        </pc:sldMkLst>
      </pc:sldChg>
      <pc:sldChg chg="delSp modSp">
        <pc:chgData name="Ingalls, Jackson Lee" userId="S::ingallsj22@students.ecu.edu::a6fff6de-6e09-4dd3-907d-8a60f96230aa" providerId="AD" clId="Web-{DF02D24E-815C-F98A-19FD-7200C595EAA5}" dt="2025-04-21T17:27:33.900" v="465"/>
        <pc:sldMkLst>
          <pc:docMk/>
          <pc:sldMk cId="3644964489" sldId="288"/>
        </pc:sldMkLst>
        <pc:spChg chg="del mod">
          <ac:chgData name="Ingalls, Jackson Lee" userId="S::ingallsj22@students.ecu.edu::a6fff6de-6e09-4dd3-907d-8a60f96230aa" providerId="AD" clId="Web-{DF02D24E-815C-F98A-19FD-7200C595EAA5}" dt="2025-04-21T17:27:33.900" v="465"/>
          <ac:spMkLst>
            <pc:docMk/>
            <pc:sldMk cId="3644964489" sldId="288"/>
            <ac:spMk id="4" creationId="{68B85AD2-A879-76CB-8376-93F6025A7ACE}"/>
          </ac:spMkLst>
        </pc:spChg>
      </pc:sldChg>
      <pc:sldChg chg="del">
        <pc:chgData name="Ingalls, Jackson Lee" userId="S::ingallsj22@students.ecu.edu::a6fff6de-6e09-4dd3-907d-8a60f96230aa" providerId="AD" clId="Web-{DF02D24E-815C-F98A-19FD-7200C595EAA5}" dt="2025-04-21T00:34:13.404" v="21"/>
        <pc:sldMkLst>
          <pc:docMk/>
          <pc:sldMk cId="1732265159" sldId="289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11.436" v="20"/>
        <pc:sldMkLst>
          <pc:docMk/>
          <pc:sldMk cId="3697502825" sldId="290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9.670" v="19"/>
        <pc:sldMkLst>
          <pc:docMk/>
          <pc:sldMk cId="3710749136" sldId="291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7.482" v="18"/>
        <pc:sldMkLst>
          <pc:docMk/>
          <pc:sldMk cId="3032899053" sldId="292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7.014" v="17"/>
        <pc:sldMkLst>
          <pc:docMk/>
          <pc:sldMk cId="3882524965" sldId="293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2.638" v="16"/>
        <pc:sldMkLst>
          <pc:docMk/>
          <pc:sldMk cId="969260002" sldId="294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1.357" v="15"/>
        <pc:sldMkLst>
          <pc:docMk/>
          <pc:sldMk cId="2606034670" sldId="295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9.982" v="14"/>
        <pc:sldMkLst>
          <pc:docMk/>
          <pc:sldMk cId="1290669118" sldId="296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9.013" v="13"/>
        <pc:sldMkLst>
          <pc:docMk/>
          <pc:sldMk cId="1700852225" sldId="297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7.341" v="12"/>
        <pc:sldMkLst>
          <pc:docMk/>
          <pc:sldMk cId="1148914554" sldId="298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5.982" v="11"/>
        <pc:sldMkLst>
          <pc:docMk/>
          <pc:sldMk cId="2982572211" sldId="299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4.294" v="2"/>
        <pc:sldMkLst>
          <pc:docMk/>
          <pc:sldMk cId="753088539" sldId="300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1.216" v="1"/>
        <pc:sldMkLst>
          <pc:docMk/>
          <pc:sldMk cId="2449166902" sldId="301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4.857" v="10"/>
        <pc:sldMkLst>
          <pc:docMk/>
          <pc:sldMk cId="2184517415" sldId="302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3.638" v="9"/>
        <pc:sldMkLst>
          <pc:docMk/>
          <pc:sldMk cId="426897762" sldId="303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2.310" v="8"/>
        <pc:sldMkLst>
          <pc:docMk/>
          <pc:sldMk cId="228744783" sldId="304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0.466" v="7"/>
        <pc:sldMkLst>
          <pc:docMk/>
          <pc:sldMk cId="2031811939" sldId="305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8.544" v="6"/>
        <pc:sldMkLst>
          <pc:docMk/>
          <pc:sldMk cId="4261017306" sldId="306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7.247" v="5"/>
        <pc:sldMkLst>
          <pc:docMk/>
          <pc:sldMk cId="608125135" sldId="307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6.200" v="4"/>
        <pc:sldMkLst>
          <pc:docMk/>
          <pc:sldMk cId="1242831466" sldId="308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5.154" v="3"/>
        <pc:sldMkLst>
          <pc:docMk/>
          <pc:sldMk cId="811079783" sldId="309"/>
        </pc:sldMkLst>
      </pc:sldChg>
    </pc:docChg>
  </pc:docChgLst>
  <pc:docChgLst>
    <pc:chgData name="Ingalls, Jackson Lee" userId="S::ingallsj22@students.ecu.edu::a6fff6de-6e09-4dd3-907d-8a60f96230aa" providerId="AD" clId="Web-{EBF6B4A7-F1AF-3791-65B0-7104E68E17F1}"/>
    <pc:docChg chg="addSld delSld modSld">
      <pc:chgData name="Ingalls, Jackson Lee" userId="S::ingallsj22@students.ecu.edu::a6fff6de-6e09-4dd3-907d-8a60f96230aa" providerId="AD" clId="Web-{EBF6B4A7-F1AF-3791-65B0-7104E68E17F1}" dt="2025-02-24T22:55:15.493" v="2672"/>
      <pc:docMkLst>
        <pc:docMk/>
      </pc:docMkLst>
      <pc:sldChg chg="modSp">
        <pc:chgData name="Ingalls, Jackson Lee" userId="S::ingallsj22@students.ecu.edu::a6fff6de-6e09-4dd3-907d-8a60f96230aa" providerId="AD" clId="Web-{EBF6B4A7-F1AF-3791-65B0-7104E68E17F1}" dt="2025-02-24T22:48:46.577" v="2658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EBF6B4A7-F1AF-3791-65B0-7104E68E17F1}" dt="2025-02-24T22:07:59.280" v="1869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48:46.577" v="2658" actId="20577"/>
          <ac:spMkLst>
            <pc:docMk/>
            <pc:sldMk cId="3873564083" sldId="257"/>
            <ac:spMk id="3" creationId="{6DB649A7-A015-494D-1755-56932427C3FC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17:44.596" v="2201" actId="20577"/>
          <ac:spMkLst>
            <pc:docMk/>
            <pc:sldMk cId="3873564083" sldId="257"/>
            <ac:spMk id="8" creationId="{3558DB37-9FEE-48A2-8578-ED0401573943}"/>
          </ac:spMkLst>
        </pc:spChg>
      </pc:sldChg>
      <pc:sldChg chg="del">
        <pc:chgData name="Ingalls, Jackson Lee" userId="S::ingallsj22@students.ecu.edu::a6fff6de-6e09-4dd3-907d-8a60f96230aa" providerId="AD" clId="Web-{EBF6B4A7-F1AF-3791-65B0-7104E68E17F1}" dt="2025-02-24T21:52:59.890" v="24"/>
        <pc:sldMkLst>
          <pc:docMk/>
          <pc:sldMk cId="3137219794" sldId="262"/>
        </pc:sldMkLst>
      </pc:sldChg>
      <pc:sldChg chg="del">
        <pc:chgData name="Ingalls, Jackson Lee" userId="S::ingallsj22@students.ecu.edu::a6fff6de-6e09-4dd3-907d-8a60f96230aa" providerId="AD" clId="Web-{EBF6B4A7-F1AF-3791-65B0-7104E68E17F1}" dt="2025-02-24T21:52:58.687" v="23"/>
        <pc:sldMkLst>
          <pc:docMk/>
          <pc:sldMk cId="2822713704" sldId="263"/>
        </pc:sldMkLst>
      </pc:sldChg>
      <pc:sldChg chg="addSp delSp modSp">
        <pc:chgData name="Ingalls, Jackson Lee" userId="S::ingallsj22@students.ecu.edu::a6fff6de-6e09-4dd3-907d-8a60f96230aa" providerId="AD" clId="Web-{EBF6B4A7-F1AF-3791-65B0-7104E68E17F1}" dt="2025-02-24T21:51:42.294" v="22" actId="1076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EBF6B4A7-F1AF-3791-65B0-7104E68E17F1}" dt="2025-02-24T21:49:44.790" v="8" actId="14100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49:29.023" v="4"/>
          <ac:spMkLst>
            <pc:docMk/>
            <pc:sldMk cId="1079086700" sldId="269"/>
            <ac:spMk id="5" creationId="{64E20548-9056-BCF6-7B0B-846743DC4E3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0:37.401" v="17"/>
          <ac:spMkLst>
            <pc:docMk/>
            <pc:sldMk cId="1079086700" sldId="269"/>
            <ac:spMk id="8" creationId="{61B97B72-BCE5-2023-F5E0-BCB96BEA2BCC}"/>
          </ac:spMkLst>
        </pc:spChg>
        <pc:picChg chg="del">
          <ac:chgData name="Ingalls, Jackson Lee" userId="S::ingallsj22@students.ecu.edu::a6fff6de-6e09-4dd3-907d-8a60f96230aa" providerId="AD" clId="Web-{EBF6B4A7-F1AF-3791-65B0-7104E68E17F1}" dt="2025-02-24T21:48:57.460" v="3"/>
          <ac:picMkLst>
            <pc:docMk/>
            <pc:sldMk cId="1079086700" sldId="269"/>
            <ac:picMk id="3" creationId="{1E6D78DE-D097-D447-09DD-053A0EBD3512}"/>
          </ac:picMkLst>
        </pc:picChg>
        <pc:picChg chg="add del mod ord">
          <ac:chgData name="Ingalls, Jackson Lee" userId="S::ingallsj22@students.ecu.edu::a6fff6de-6e09-4dd3-907d-8a60f96230aa" providerId="AD" clId="Web-{EBF6B4A7-F1AF-3791-65B0-7104E68E17F1}" dt="2025-02-24T21:50:15.947" v="16"/>
          <ac:picMkLst>
            <pc:docMk/>
            <pc:sldMk cId="1079086700" sldId="269"/>
            <ac:picMk id="6" creationId="{C53132DF-378E-F059-5739-7BC27E5A6FED}"/>
          </ac:picMkLst>
        </pc:picChg>
        <pc:picChg chg="add mod ord">
          <ac:chgData name="Ingalls, Jackson Lee" userId="S::ingallsj22@students.ecu.edu::a6fff6de-6e09-4dd3-907d-8a60f96230aa" providerId="AD" clId="Web-{EBF6B4A7-F1AF-3791-65B0-7104E68E17F1}" dt="2025-02-24T21:51:42.294" v="22" actId="1076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1:48:21.256" v="2" actId="14100"/>
        <pc:sldMkLst>
          <pc:docMk/>
          <pc:sldMk cId="2949255551" sldId="271"/>
        </pc:sldMkLst>
        <pc:spChg chg="del">
          <ac:chgData name="Ingalls, Jackson Lee" userId="S::ingallsj22@students.ecu.edu::a6fff6de-6e09-4dd3-907d-8a60f96230aa" providerId="AD" clId="Web-{EBF6B4A7-F1AF-3791-65B0-7104E68E17F1}" dt="2025-02-24T21:47:25.113" v="0"/>
          <ac:spMkLst>
            <pc:docMk/>
            <pc:sldMk cId="2949255551" sldId="271"/>
            <ac:spMk id="4" creationId="{D4F17AD6-503B-05A2-FF89-6D7308A9CC78}"/>
          </ac:spMkLst>
        </pc:spChg>
        <pc:picChg chg="add mod ord">
          <ac:chgData name="Ingalls, Jackson Lee" userId="S::ingallsj22@students.ecu.edu::a6fff6de-6e09-4dd3-907d-8a60f96230aa" providerId="AD" clId="Web-{EBF6B4A7-F1AF-3791-65B0-7104E68E17F1}" dt="2025-02-24T21:48:21.256" v="2" actId="14100"/>
          <ac:picMkLst>
            <pc:docMk/>
            <pc:sldMk cId="2949255551" sldId="271"/>
            <ac:picMk id="3" creationId="{327A7BC0-DADF-434D-6311-5B9039F0E15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2:55:15.493" v="2672"/>
        <pc:sldMkLst>
          <pc:docMk/>
          <pc:sldMk cId="673249720" sldId="275"/>
        </pc:sldMkLst>
        <pc:spChg chg="del mod">
          <ac:chgData name="Ingalls, Jackson Lee" userId="S::ingallsj22@students.ecu.edu::a6fff6de-6e09-4dd3-907d-8a60f96230aa" providerId="AD" clId="Web-{EBF6B4A7-F1AF-3791-65B0-7104E68E17F1}" dt="2025-02-24T21:53:04.312" v="27"/>
          <ac:spMkLst>
            <pc:docMk/>
            <pc:sldMk cId="673249720" sldId="275"/>
            <ac:spMk id="3" creationId="{92E876C9-DC6B-72CE-EF4B-BF37E08E779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3:09.656" v="28"/>
          <ac:spMkLst>
            <pc:docMk/>
            <pc:sldMk cId="673249720" sldId="275"/>
            <ac:spMk id="5" creationId="{BBF3D7DB-3421-C6D4-0284-6C5E40B49853}"/>
          </ac:spMkLst>
        </pc:spChg>
        <pc:graphicFrameChg chg="add mod ord modGraphic">
          <ac:chgData name="Ingalls, Jackson Lee" userId="S::ingallsj22@students.ecu.edu::a6fff6de-6e09-4dd3-907d-8a60f96230aa" providerId="AD" clId="Web-{EBF6B4A7-F1AF-3791-65B0-7104E68E17F1}" dt="2025-02-24T22:55:15.493" v="2672"/>
          <ac:graphicFrameMkLst>
            <pc:docMk/>
            <pc:sldMk cId="673249720" sldId="275"/>
            <ac:graphicFrameMk id="6" creationId="{C3528807-6F74-95C0-0357-D81C36A81EA2}"/>
          </ac:graphicFrameMkLst>
        </pc:graphicFrameChg>
      </pc:sldChg>
      <pc:sldChg chg="modSp add replId">
        <pc:chgData name="Ingalls, Jackson Lee" userId="S::ingallsj22@students.ecu.edu::a6fff6de-6e09-4dd3-907d-8a60f96230aa" providerId="AD" clId="Web-{EBF6B4A7-F1AF-3791-65B0-7104E68E17F1}" dt="2025-02-24T22:07:56.311" v="1867" actId="20577"/>
        <pc:sldMkLst>
          <pc:docMk/>
          <pc:sldMk cId="3969918976" sldId="277"/>
        </pc:sldMkLst>
        <pc:spChg chg="mod">
          <ac:chgData name="Ingalls, Jackson Lee" userId="S::ingallsj22@students.ecu.edu::a6fff6de-6e09-4dd3-907d-8a60f96230aa" providerId="AD" clId="Web-{EBF6B4A7-F1AF-3791-65B0-7104E68E17F1}" dt="2025-02-24T22:07:56.311" v="1867" actId="20577"/>
          <ac:spMkLst>
            <pc:docMk/>
            <pc:sldMk cId="3969918976" sldId="277"/>
            <ac:spMk id="2" creationId="{81FF744D-78B1-F672-1273-80A3BBA08FA0}"/>
          </ac:spMkLst>
        </pc:spChg>
        <pc:graphicFrameChg chg="mod modGraphic">
          <ac:chgData name="Ingalls, Jackson Lee" userId="S::ingallsj22@students.ecu.edu::a6fff6de-6e09-4dd3-907d-8a60f96230aa" providerId="AD" clId="Web-{EBF6B4A7-F1AF-3791-65B0-7104E68E17F1}" dt="2025-02-24T22:03:02.988" v="1864"/>
          <ac:graphicFrameMkLst>
            <pc:docMk/>
            <pc:sldMk cId="3969918976" sldId="277"/>
            <ac:graphicFrameMk id="6" creationId="{B3AB45F2-079A-161D-172A-8FFD5DF2B5BF}"/>
          </ac:graphicFrameMkLst>
        </pc:graphicFrameChg>
      </pc:sldChg>
      <pc:sldChg chg="new del">
        <pc:chgData name="Ingalls, Jackson Lee" userId="S::ingallsj22@students.ecu.edu::a6fff6de-6e09-4dd3-907d-8a60f96230aa" providerId="AD" clId="Web-{EBF6B4A7-F1AF-3791-65B0-7104E68E17F1}" dt="2025-02-24T22:11:41.365" v="1878"/>
        <pc:sldMkLst>
          <pc:docMk/>
          <pc:sldMk cId="3442950884" sldId="280"/>
        </pc:sldMkLst>
      </pc:sldChg>
      <pc:sldChg chg="modSp new">
        <pc:chgData name="Ingalls, Jackson Lee" userId="S::ingallsj22@students.ecu.edu::a6fff6de-6e09-4dd3-907d-8a60f96230aa" providerId="AD" clId="Web-{EBF6B4A7-F1AF-3791-65B0-7104E68E17F1}" dt="2025-02-24T22:11:40.350" v="1877" actId="20577"/>
        <pc:sldMkLst>
          <pc:docMk/>
          <pc:sldMk cId="3054542573" sldId="281"/>
        </pc:sldMkLst>
        <pc:spChg chg="mod">
          <ac:chgData name="Ingalls, Jackson Lee" userId="S::ingallsj22@students.ecu.edu::a6fff6de-6e09-4dd3-907d-8a60f96230aa" providerId="AD" clId="Web-{EBF6B4A7-F1AF-3791-65B0-7104E68E17F1}" dt="2025-02-24T22:11:40.350" v="1877" actId="20577"/>
          <ac:spMkLst>
            <pc:docMk/>
            <pc:sldMk cId="3054542573" sldId="281"/>
            <ac:spMk id="2" creationId="{2770A697-4BC2-DFD6-7415-516CD1EAA3A6}"/>
          </ac:spMkLst>
        </pc:spChg>
      </pc:sldChg>
    </pc:docChg>
  </pc:docChgLst>
  <pc:docChgLst>
    <pc:chgData name="Hatem, Carson" userId="S::hatemc22@students.ecu.edu::0da7c0ae-baa9-4757-b721-93744e55c2c5" providerId="AD" clId="Web-{20F96358-E1AB-480E-94DE-D2F6631F2937}"/>
    <pc:docChg chg="addSld delSld modSld">
      <pc:chgData name="Hatem, Carson" userId="S::hatemc22@students.ecu.edu::0da7c0ae-baa9-4757-b721-93744e55c2c5" providerId="AD" clId="Web-{20F96358-E1AB-480E-94DE-D2F6631F2937}" dt="2025-04-07T21:04:45.680" v="239" actId="1076"/>
      <pc:docMkLst>
        <pc:docMk/>
      </pc:docMkLst>
      <pc:sldChg chg="modSp">
        <pc:chgData name="Hatem, Carson" userId="S::hatemc22@students.ecu.edu::0da7c0ae-baa9-4757-b721-93744e55c2c5" providerId="AD" clId="Web-{20F96358-E1AB-480E-94DE-D2F6631F2937}" dt="2025-04-07T20:12:03.684" v="13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20F96358-E1AB-480E-94DE-D2F6631F2937}" dt="2025-04-07T20:12:03.684" v="13" actId="20577"/>
          <ac:spMkLst>
            <pc:docMk/>
            <pc:sldMk cId="3873564083" sldId="257"/>
            <ac:spMk id="2" creationId="{9B07206A-3ECC-5C7D-02F9-4543534E3303}"/>
          </ac:spMkLst>
        </pc:sp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52.192" v="129" actId="14100"/>
        <pc:sldMkLst>
          <pc:docMk/>
          <pc:sldMk cId="1732265159" sldId="289"/>
        </pc:sldMkLst>
        <pc:spChg chg="mod">
          <ac:chgData name="Hatem, Carson" userId="S::hatemc22@students.ecu.edu::0da7c0ae-baa9-4757-b721-93744e55c2c5" providerId="AD" clId="Web-{20F96358-E1AB-480E-94DE-D2F6631F2937}" dt="2025-04-07T20:13:01.952" v="23" actId="20577"/>
          <ac:spMkLst>
            <pc:docMk/>
            <pc:sldMk cId="1732265159" sldId="289"/>
            <ac:spMk id="2" creationId="{4FF83A97-5BF2-0D60-4BD8-82266CE149F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6:52.666" v="59"/>
          <ac:spMkLst>
            <pc:docMk/>
            <pc:sldMk cId="1732265159" sldId="289"/>
            <ac:spMk id="3" creationId="{F83818F0-9F13-338D-6E64-70426159C11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52.192" v="129" actId="14100"/>
          <ac:picMkLst>
            <pc:docMk/>
            <pc:sldMk cId="1732265159" sldId="289"/>
            <ac:picMk id="4" creationId="{F10C0074-B46E-C3BE-DCC7-200DC764EAF9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37.863" v="126" actId="14100"/>
        <pc:sldMkLst>
          <pc:docMk/>
          <pc:sldMk cId="3697502825" sldId="290"/>
        </pc:sldMkLst>
        <pc:spChg chg="mod">
          <ac:chgData name="Hatem, Carson" userId="S::hatemc22@students.ecu.edu::0da7c0ae-baa9-4757-b721-93744e55c2c5" providerId="AD" clId="Web-{20F96358-E1AB-480E-94DE-D2F6631F2937}" dt="2025-04-07T20:13:08.015" v="26" actId="20577"/>
          <ac:spMkLst>
            <pc:docMk/>
            <pc:sldMk cId="3697502825" sldId="290"/>
            <ac:spMk id="2" creationId="{B94D4504-C851-C4C3-F5E6-CBF52FA3402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09.557" v="60"/>
          <ac:spMkLst>
            <pc:docMk/>
            <pc:sldMk cId="3697502825" sldId="290"/>
            <ac:spMk id="3" creationId="{ECA53A7F-CDA4-F5FC-F3F0-B03FF4DA1CA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37.863" v="126" actId="14100"/>
          <ac:picMkLst>
            <pc:docMk/>
            <pc:sldMk cId="3697502825" sldId="290"/>
            <ac:picMk id="4" creationId="{868A75AB-6BE8-C194-D7F5-92B5DC8A9D7B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14.003" v="123"/>
        <pc:sldMkLst>
          <pc:docMk/>
          <pc:sldMk cId="3710749136" sldId="291"/>
        </pc:sldMkLst>
        <pc:spChg chg="mod">
          <ac:chgData name="Hatem, Carson" userId="S::hatemc22@students.ecu.edu::0da7c0ae-baa9-4757-b721-93744e55c2c5" providerId="AD" clId="Web-{20F96358-E1AB-480E-94DE-D2F6631F2937}" dt="2025-04-07T20:13:18.984" v="30" actId="20577"/>
          <ac:spMkLst>
            <pc:docMk/>
            <pc:sldMk cId="3710749136" sldId="291"/>
            <ac:spMk id="2" creationId="{2A2518C7-DA3B-4C42-F99D-FEEBB62C406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19.307" v="61"/>
          <ac:spMkLst>
            <pc:docMk/>
            <pc:sldMk cId="3710749136" sldId="291"/>
            <ac:spMk id="3" creationId="{69EFEBF3-37A6-36B5-ACB6-C08C36C56BC7}"/>
          </ac:spMkLst>
        </pc:spChg>
        <pc:spChg chg="ord">
          <ac:chgData name="Hatem, Carson" userId="S::hatemc22@students.ecu.edu::0da7c0ae-baa9-4757-b721-93744e55c2c5" providerId="AD" clId="Web-{20F96358-E1AB-480E-94DE-D2F6631F2937}" dt="2025-04-07T20:26:14.003" v="123"/>
          <ac:spMkLst>
            <pc:docMk/>
            <pc:sldMk cId="3710749136" sldId="291"/>
            <ac:spMk id="8" creationId="{2D8DC8E5-C79A-452D-8C3F-D76A30708986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8.517" v="119"/>
          <ac:spMkLst>
            <pc:docMk/>
            <pc:sldMk cId="3710749136" sldId="291"/>
            <ac:spMk id="10" creationId="{43AB232C-A5A1-0A07-7549-3227BEB18AB5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7.126" v="117"/>
          <ac:spMkLst>
            <pc:docMk/>
            <pc:sldMk cId="3710749136" sldId="291"/>
            <ac:spMk id="12" creationId="{6D825D6F-0646-4C3E-4B0B-D488DFEC0FCF}"/>
          </ac:spMkLst>
        </pc:spChg>
        <pc:picChg chg="add mod ord modVis">
          <ac:chgData name="Hatem, Carson" userId="S::hatemc22@students.ecu.edu::0da7c0ae-baa9-4757-b721-93744e55c2c5" providerId="AD" clId="Web-{20F96358-E1AB-480E-94DE-D2F6631F2937}" dt="2025-04-07T20:25:53.955" v="122"/>
          <ac:picMkLst>
            <pc:docMk/>
            <pc:sldMk cId="3710749136" sldId="291"/>
            <ac:picMk id="4" creationId="{AEA1148A-E9CF-B291-C519-21F022CE7DEC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4:39.108" v="106" actId="1076"/>
        <pc:sldMkLst>
          <pc:docMk/>
          <pc:sldMk cId="3032899053" sldId="292"/>
        </pc:sldMkLst>
        <pc:spChg chg="mod">
          <ac:chgData name="Hatem, Carson" userId="S::hatemc22@students.ecu.edu::0da7c0ae-baa9-4757-b721-93744e55c2c5" providerId="AD" clId="Web-{20F96358-E1AB-480E-94DE-D2F6631F2937}" dt="2025-04-07T20:14:00.408" v="34" actId="20577"/>
          <ac:spMkLst>
            <pc:docMk/>
            <pc:sldMk cId="3032899053" sldId="292"/>
            <ac:spMk id="2" creationId="{5E97328D-D60C-E01B-9291-EC989F4592B3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28.417" v="62"/>
          <ac:spMkLst>
            <pc:docMk/>
            <pc:sldMk cId="3032899053" sldId="292"/>
            <ac:spMk id="3" creationId="{7C874D71-051A-4667-A89C-5B8641965F5D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4:39.108" v="106" actId="1076"/>
          <ac:picMkLst>
            <pc:docMk/>
            <pc:sldMk cId="3032899053" sldId="292"/>
            <ac:picMk id="4" creationId="{539E0A35-C542-8B37-3D24-15CFE6F363D3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3:51.658" v="32"/>
        <pc:sldMkLst>
          <pc:docMk/>
          <pc:sldMk cId="3525189148" sldId="292"/>
        </pc:sldMkLst>
      </pc:sldChg>
      <pc:sldChg chg="new del">
        <pc:chgData name="Hatem, Carson" userId="S::hatemc22@students.ecu.edu::0da7c0ae-baa9-4757-b721-93744e55c2c5" providerId="AD" clId="Web-{20F96358-E1AB-480E-94DE-D2F6631F2937}" dt="2025-04-07T20:14:05.598" v="36"/>
        <pc:sldMkLst>
          <pc:docMk/>
          <pc:sldMk cId="642789334" sldId="293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25:16.344" v="113" actId="14100"/>
        <pc:sldMkLst>
          <pc:docMk/>
          <pc:sldMk cId="3882524965" sldId="293"/>
        </pc:sldMkLst>
        <pc:spChg chg="mod">
          <ac:chgData name="Hatem, Carson" userId="S::hatemc22@students.ecu.edu::0da7c0ae-baa9-4757-b721-93744e55c2c5" providerId="AD" clId="Web-{20F96358-E1AB-480E-94DE-D2F6631F2937}" dt="2025-04-07T20:15:53.022" v="39" actId="20577"/>
          <ac:spMkLst>
            <pc:docMk/>
            <pc:sldMk cId="3882524965" sldId="293"/>
            <ac:spMk id="2" creationId="{D3D0D2BB-E2A1-B7C6-0E0F-5E6229E07792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43.418" v="63"/>
          <ac:spMkLst>
            <pc:docMk/>
            <pc:sldMk cId="3882524965" sldId="293"/>
            <ac:spMk id="3" creationId="{07F0F1DF-3231-3BC4-765D-E3C038F09402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5:16.344" v="113" actId="14100"/>
          <ac:picMkLst>
            <pc:docMk/>
            <pc:sldMk cId="3882524965" sldId="293"/>
            <ac:picMk id="4" creationId="{A481426D-345B-FF37-7271-40DBB3C53C76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2:46.634" v="87" actId="1076"/>
        <pc:sldMkLst>
          <pc:docMk/>
          <pc:sldMk cId="969260002" sldId="294"/>
        </pc:sldMkLst>
        <pc:spChg chg="mod">
          <ac:chgData name="Hatem, Carson" userId="S::hatemc22@students.ecu.edu::0da7c0ae-baa9-4757-b721-93744e55c2c5" providerId="AD" clId="Web-{20F96358-E1AB-480E-94DE-D2F6631F2937}" dt="2025-04-07T20:16:28.493" v="58" actId="20577"/>
          <ac:spMkLst>
            <pc:docMk/>
            <pc:sldMk cId="969260002" sldId="294"/>
            <ac:spMk id="2" creationId="{3EAC7E67-A59A-A663-FECC-C96E2BA491F4}"/>
          </ac:spMkLst>
        </pc:spChg>
        <pc:spChg chg="del mod">
          <ac:chgData name="Hatem, Carson" userId="S::hatemc22@students.ecu.edu::0da7c0ae-baa9-4757-b721-93744e55c2c5" providerId="AD" clId="Web-{20F96358-E1AB-480E-94DE-D2F6631F2937}" dt="2025-04-07T20:22:35.259" v="84"/>
          <ac:spMkLst>
            <pc:docMk/>
            <pc:sldMk cId="969260002" sldId="294"/>
            <ac:spMk id="3" creationId="{C0B30B70-5715-250D-33FA-B0846A694315}"/>
          </ac:spMkLst>
        </pc:spChg>
        <pc:spChg chg="add del">
          <ac:chgData name="Hatem, Carson" userId="S::hatemc22@students.ecu.edu::0da7c0ae-baa9-4757-b721-93744e55c2c5" providerId="AD" clId="Web-{20F96358-E1AB-480E-94DE-D2F6631F2937}" dt="2025-04-07T20:20:57.473" v="76"/>
          <ac:spMkLst>
            <pc:docMk/>
            <pc:sldMk cId="969260002" sldId="294"/>
            <ac:spMk id="6" creationId="{D5ACD806-346E-7F05-A7AC-C378302BC17E}"/>
          </ac:spMkLst>
        </pc:spChg>
        <pc:spChg chg="add mod">
          <ac:chgData name="Hatem, Carson" userId="S::hatemc22@students.ecu.edu::0da7c0ae-baa9-4757-b721-93744e55c2c5" providerId="AD" clId="Web-{20F96358-E1AB-480E-94DE-D2F6631F2937}" dt="2025-04-07T20:21:48.522" v="83"/>
          <ac:spMkLst>
            <pc:docMk/>
            <pc:sldMk cId="969260002" sldId="294"/>
            <ac:spMk id="7" creationId="{91FCDADD-6317-2C94-5422-869A0CFF6ACB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22:40.196" v="86" actId="1076"/>
          <ac:picMkLst>
            <pc:docMk/>
            <pc:sldMk cId="969260002" sldId="294"/>
            <ac:picMk id="5" creationId="{32649616-6C39-4290-DE74-795EC16CB5F8}"/>
          </ac:picMkLst>
        </pc:picChg>
        <pc:picChg chg="add mod ord">
          <ac:chgData name="Hatem, Carson" userId="S::hatemc22@students.ecu.edu::0da7c0ae-baa9-4757-b721-93744e55c2c5" providerId="AD" clId="Web-{20F96358-E1AB-480E-94DE-D2F6631F2937}" dt="2025-04-07T20:22:46.634" v="87" actId="1076"/>
          <ac:picMkLst>
            <pc:docMk/>
            <pc:sldMk cId="969260002" sldId="294"/>
            <ac:picMk id="9" creationId="{F56041E9-E45C-CF0F-7F22-16BE153088C0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5:58.929" v="41"/>
        <pc:sldMkLst>
          <pc:docMk/>
          <pc:sldMk cId="1692339701" sldId="294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35:28.620" v="166" actId="14100"/>
        <pc:sldMkLst>
          <pc:docMk/>
          <pc:sldMk cId="2606034670" sldId="295"/>
        </pc:sldMkLst>
        <pc:spChg chg="mod">
          <ac:chgData name="Hatem, Carson" userId="S::hatemc22@students.ecu.edu::0da7c0ae-baa9-4757-b721-93744e55c2c5" providerId="AD" clId="Web-{20F96358-E1AB-480E-94DE-D2F6631F2937}" dt="2025-04-07T20:30:31.701" v="142" actId="20577"/>
          <ac:spMkLst>
            <pc:docMk/>
            <pc:sldMk cId="2606034670" sldId="295"/>
            <ac:spMk id="2" creationId="{FCAD9871-E2EE-0AE6-14D8-6AADC28D3D0F}"/>
          </ac:spMkLst>
        </pc:spChg>
        <pc:spChg chg="mod">
          <ac:chgData name="Hatem, Carson" userId="S::hatemc22@students.ecu.edu::0da7c0ae-baa9-4757-b721-93744e55c2c5" providerId="AD" clId="Web-{20F96358-E1AB-480E-94DE-D2F6631F2937}" dt="2025-04-07T20:35:19.526" v="163" actId="1076"/>
          <ac:spMkLst>
            <pc:docMk/>
            <pc:sldMk cId="2606034670" sldId="295"/>
            <ac:spMk id="7" creationId="{CE6B4841-0014-3372-7437-D28E71AE548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35:22.480" v="164" actId="1076"/>
          <ac:picMkLst>
            <pc:docMk/>
            <pc:sldMk cId="2606034670" sldId="295"/>
            <ac:picMk id="3" creationId="{9BE9D7DB-05B6-150E-FF5D-CA01A8B0AC09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35:28.620" v="166" actId="14100"/>
          <ac:picMkLst>
            <pc:docMk/>
            <pc:sldMk cId="2606034670" sldId="295"/>
            <ac:picMk id="4" creationId="{7BF3EC72-B412-11E2-E0D2-DB78615FDE96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3:36.053" v="143"/>
          <ac:picMkLst>
            <pc:docMk/>
            <pc:sldMk cId="2606034670" sldId="295"/>
            <ac:picMk id="5" creationId="{9D7DFE13-E263-3F27-1BA7-1AD2D7FE7717}"/>
          </ac:picMkLst>
        </pc:picChg>
        <pc:picChg chg="mod">
          <ac:chgData name="Hatem, Carson" userId="S::hatemc22@students.ecu.edu::0da7c0ae-baa9-4757-b721-93744e55c2c5" providerId="AD" clId="Web-{20F96358-E1AB-480E-94DE-D2F6631F2937}" dt="2025-04-07T20:35:16.729" v="162" actId="1076"/>
          <ac:picMkLst>
            <pc:docMk/>
            <pc:sldMk cId="2606034670" sldId="295"/>
            <ac:picMk id="9" creationId="{8C849929-F733-5CA4-5950-BA95EF8D6DB4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52:52.103" v="207"/>
        <pc:sldMkLst>
          <pc:docMk/>
          <pc:sldMk cId="1290669118" sldId="296"/>
        </pc:sldMkLst>
        <pc:spChg chg="mod">
          <ac:chgData name="Hatem, Carson" userId="S::hatemc22@students.ecu.edu::0da7c0ae-baa9-4757-b721-93744e55c2c5" providerId="AD" clId="Web-{20F96358-E1AB-480E-94DE-D2F6631F2937}" dt="2025-04-07T20:52:50.837" v="206" actId="20577"/>
          <ac:spMkLst>
            <pc:docMk/>
            <pc:sldMk cId="1290669118" sldId="296"/>
            <ac:spMk id="2" creationId="{9945040B-A1EF-C6C2-0A46-B34DC45C471A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36:49.577" v="170"/>
          <ac:spMkLst>
            <pc:docMk/>
            <pc:sldMk cId="1290669118" sldId="296"/>
            <ac:spMk id="6" creationId="{6EFA35B1-136D-B39B-8B45-CB507A5A68B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36:56.999" v="173"/>
          <ac:spMkLst>
            <pc:docMk/>
            <pc:sldMk cId="1290669118" sldId="296"/>
            <ac:spMk id="7" creationId="{817E7804-D29D-CD58-BE7C-600A493E4582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52:52.103" v="207"/>
          <ac:spMkLst>
            <pc:docMk/>
            <pc:sldMk cId="1290669118" sldId="296"/>
            <ac:spMk id="14" creationId="{A5B1E9AE-495E-4CD1-F36D-D2144BC13FC3}"/>
          </ac:spMkLst>
        </pc:spChg>
        <pc:picChg chg="del">
          <ac:chgData name="Hatem, Carson" userId="S::hatemc22@students.ecu.edu::0da7c0ae-baa9-4757-b721-93744e55c2c5" providerId="AD" clId="Web-{20F96358-E1AB-480E-94DE-D2F6631F2937}" dt="2025-04-07T20:36:50.952" v="171"/>
          <ac:picMkLst>
            <pc:docMk/>
            <pc:sldMk cId="1290669118" sldId="296"/>
            <ac:picMk id="3" creationId="{DD543426-FA4A-A5EB-160E-20BABD5E585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52.312" v="172"/>
          <ac:picMkLst>
            <pc:docMk/>
            <pc:sldMk cId="1290669118" sldId="296"/>
            <ac:picMk id="4" creationId="{1C768844-53AB-33FC-1004-5472683001D1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45.811" v="168"/>
          <ac:picMkLst>
            <pc:docMk/>
            <pc:sldMk cId="1290669118" sldId="296"/>
            <ac:picMk id="9" creationId="{69D0135B-A8F9-0BF7-13A2-99C6F64E9651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52:05.382" v="192" actId="1076"/>
          <ac:picMkLst>
            <pc:docMk/>
            <pc:sldMk cId="1290669118" sldId="296"/>
            <ac:picMk id="11" creationId="{12E22251-5812-E742-A03D-762A949AFB43}"/>
          </ac:picMkLst>
        </pc:picChg>
      </pc:sldChg>
      <pc:sldChg chg="add replId">
        <pc:chgData name="Hatem, Carson" userId="S::hatemc22@students.ecu.edu::0da7c0ae-baa9-4757-b721-93744e55c2c5" providerId="AD" clId="Web-{20F96358-E1AB-480E-94DE-D2F6631F2937}" dt="2025-04-07T20:52:38.102" v="197"/>
        <pc:sldMkLst>
          <pc:docMk/>
          <pc:sldMk cId="1700852225" sldId="297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1:04:45.680" v="239" actId="1076"/>
        <pc:sldMkLst>
          <pc:docMk/>
          <pc:sldMk cId="1148914554" sldId="298"/>
        </pc:sldMkLst>
        <pc:spChg chg="add">
          <ac:chgData name="Hatem, Carson" userId="S::hatemc22@students.ecu.edu::0da7c0ae-baa9-4757-b721-93744e55c2c5" providerId="AD" clId="Web-{20F96358-E1AB-480E-94DE-D2F6631F2937}" dt="2025-04-07T21:04:34.789" v="237"/>
          <ac:spMkLst>
            <pc:docMk/>
            <pc:sldMk cId="1148914554" sldId="298"/>
            <ac:spMk id="3" creationId="{548B4202-DCD5-4F8C-B481-743A989A9DFF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33.289" v="236"/>
          <ac:spMkLst>
            <pc:docMk/>
            <pc:sldMk cId="1148914554" sldId="298"/>
            <ac:spMk id="14" creationId="{73616ABA-4534-C49F-DF01-DC2BF025CEDF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45.665" v="238" actId="1076"/>
          <ac:picMkLst>
            <pc:docMk/>
            <pc:sldMk cId="1148914554" sldId="298"/>
            <ac:picMk id="4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45.680" v="239" actId="1076"/>
          <ac:picMkLst>
            <pc:docMk/>
            <pc:sldMk cId="1148914554" sldId="298"/>
            <ac:picMk id="5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4:31.336" v="235"/>
          <ac:picMkLst>
            <pc:docMk/>
            <pc:sldMk cId="1148914554" sldId="298"/>
            <ac:picMk id="11" creationId="{957C18E1-0D42-0410-5968-8AC08DA8043A}"/>
          </ac:picMkLst>
        </pc:picChg>
      </pc:sldChg>
      <pc:sldChg chg="addSp delSp modSp add del replId">
        <pc:chgData name="Hatem, Carson" userId="S::hatemc22@students.ecu.edu::0da7c0ae-baa9-4757-b721-93744e55c2c5" providerId="AD" clId="Web-{20F96358-E1AB-480E-94DE-D2F6631F2937}" dt="2025-04-07T21:04:27.398" v="233"/>
        <pc:sldMkLst>
          <pc:docMk/>
          <pc:sldMk cId="2134543012" sldId="298"/>
        </pc:sldMkLst>
        <pc:spChg chg="mo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" creationId="{82543437-EAA1-6955-635C-72D17804697D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8" creationId="{B22B7A8C-F51E-972F-D9D3-C50064965FC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0" creationId="{3ED88693-7FDE-4B20-54D7-F185FA8748D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2" creationId="{34EE115A-491C-19BD-0108-C092B24367E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3:17.255" v="209"/>
          <ac:spMkLst>
            <pc:docMk/>
            <pc:sldMk cId="2134543012" sldId="298"/>
            <ac:spMk id="14" creationId="{06F15A73-14C0-DB4D-3203-4D0DBBEA18C3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7" creationId="{39E3965E-AC41-4711-9D10-E25ABB132D86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1" creationId="{548B4202-DCD5-4F8C-B481-743A989A9DFF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5" creationId="{8EE702CF-91CE-4661-ACBF-3C8160D1B43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3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4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3:18.442" v="210"/>
          <ac:picMkLst>
            <pc:docMk/>
            <pc:sldMk cId="2134543012" sldId="298"/>
            <ac:picMk id="11" creationId="{130E345B-F8BA-31CD-8388-CFD751FB64D1}"/>
          </ac:picMkLst>
        </pc:picChg>
        <pc:cxnChg chg="add">
          <ac:chgData name="Hatem, Carson" userId="S::hatemc22@students.ecu.edu::0da7c0ae-baa9-4757-b721-93744e55c2c5" providerId="AD" clId="Web-{20F96358-E1AB-480E-94DE-D2F6631F2937}" dt="2025-04-07T21:04:04.694" v="232"/>
          <ac:cxnSpMkLst>
            <pc:docMk/>
            <pc:sldMk cId="2134543012" sldId="298"/>
            <ac:cxnSpMk id="23" creationId="{F7F57F6B-E621-4E40-A34D-2FE12902AA20}"/>
          </ac:cxnSpMkLst>
        </pc:cxnChg>
      </pc:sldChg>
    </pc:docChg>
  </pc:docChgLst>
  <pc:docChgLst>
    <pc:chgData name="Ingalls, Jackson Lee" userId="S::ingallsj22@students.ecu.edu::a6fff6de-6e09-4dd3-907d-8a60f96230aa" providerId="AD" clId="Web-{16669D93-F211-1414-0EA4-7C3698788CC2}"/>
    <pc:docChg chg="addSld delSld modSld">
      <pc:chgData name="Ingalls, Jackson Lee" userId="S::ingallsj22@students.ecu.edu::a6fff6de-6e09-4dd3-907d-8a60f96230aa" providerId="AD" clId="Web-{16669D93-F211-1414-0EA4-7C3698788CC2}" dt="2025-03-16T18:33:07.435" v="976" actId="1076"/>
      <pc:docMkLst>
        <pc:docMk/>
      </pc:docMkLst>
      <pc:sldChg chg="modSp">
        <pc:chgData name="Ingalls, Jackson Lee" userId="S::ingallsj22@students.ecu.edu::a6fff6de-6e09-4dd3-907d-8a60f96230aa" providerId="AD" clId="Web-{16669D93-F211-1414-0EA4-7C3698788CC2}" dt="2025-03-15T15:28:16.085" v="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16669D93-F211-1414-0EA4-7C3698788CC2}" dt="2025-03-15T15:28:16.085" v="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16669D93-F211-1414-0EA4-7C3698788CC2}" dt="2025-03-15T15:28:37.569" v="9" actId="20577"/>
        <pc:sldMkLst>
          <pc:docMk/>
          <pc:sldMk cId="1270056921" sldId="264"/>
        </pc:sldMkLst>
        <pc:spChg chg="mod">
          <ac:chgData name="Ingalls, Jackson Lee" userId="S::ingallsj22@students.ecu.edu::a6fff6de-6e09-4dd3-907d-8a60f96230aa" providerId="AD" clId="Web-{16669D93-F211-1414-0EA4-7C3698788CC2}" dt="2025-03-15T15:28:37.569" v="9" actId="20577"/>
          <ac:spMkLst>
            <pc:docMk/>
            <pc:sldMk cId="1270056921" sldId="264"/>
            <ac:spMk id="2" creationId="{06D74027-BB92-C0A6-C648-376F6C4E98D4}"/>
          </ac:spMkLst>
        </pc:spChg>
      </pc:sldChg>
      <pc:sldChg chg="del">
        <pc:chgData name="Ingalls, Jackson Lee" userId="S::ingallsj22@students.ecu.edu::a6fff6de-6e09-4dd3-907d-8a60f96230aa" providerId="AD" clId="Web-{16669D93-F211-1414-0EA4-7C3698788CC2}" dt="2025-03-15T15:28:49.381" v="10"/>
        <pc:sldMkLst>
          <pc:docMk/>
          <pc:sldMk cId="2532917971" sldId="265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30.194" v="77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16669D93-F211-1414-0EA4-7C3698788CC2}" dt="2025-03-15T15:31:30.194" v="77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13.850" v="67" actId="20577"/>
          <ac:spMkLst>
            <pc:docMk/>
            <pc:sldMk cId="1544821928" sldId="266"/>
            <ac:spMk id="3" creationId="{819DE028-B31B-4B42-348D-E861D751872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07.319" v="63" actId="20577"/>
          <ac:spMkLst>
            <pc:docMk/>
            <pc:sldMk cId="1544821928" sldId="266"/>
            <ac:spMk id="8" creationId="{EB0F8A3E-4D8F-D012-1092-73F38FA7E19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16.460" v="68"/>
          <ac:picMkLst>
            <pc:docMk/>
            <pc:sldMk cId="1544821928" sldId="266"/>
            <ac:picMk id="11" creationId="{886F8D3B-70EB-9300-26C7-9FF0C2EE8028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09.553" v="64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3:47.349" v="973" actId="14100"/>
        <pc:sldMkLst>
          <pc:docMk/>
          <pc:sldMk cId="1079086700" sldId="269"/>
        </pc:sldMkLst>
        <pc:spChg chg="add del mod">
          <ac:chgData name="Ingalls, Jackson Lee" userId="S::ingallsj22@students.ecu.edu::a6fff6de-6e09-4dd3-907d-8a60f96230aa" providerId="AD" clId="Web-{16669D93-F211-1414-0EA4-7C3698788CC2}" dt="2025-03-16T18:12:34.708" v="967"/>
          <ac:spMkLst>
            <pc:docMk/>
            <pc:sldMk cId="1079086700" sldId="269"/>
            <ac:spMk id="4" creationId="{24FEBA4D-00E4-1082-4141-0670F5B6BEBF}"/>
          </ac:spMkLst>
        </pc:spChg>
        <pc:picChg chg="add del mod">
          <ac:chgData name="Ingalls, Jackson Lee" userId="S::ingallsj22@students.ecu.edu::a6fff6de-6e09-4dd3-907d-8a60f96230aa" providerId="AD" clId="Web-{16669D93-F211-1414-0EA4-7C3698788CC2}" dt="2025-03-16T18:13:31.474" v="970"/>
          <ac:picMkLst>
            <pc:docMk/>
            <pc:sldMk cId="1079086700" sldId="269"/>
            <ac:picMk id="3" creationId="{0204EA68-426D-2322-232B-99622AE820B0}"/>
          </ac:picMkLst>
        </pc:picChg>
        <pc:picChg chg="add mod">
          <ac:chgData name="Ingalls, Jackson Lee" userId="S::ingallsj22@students.ecu.edu::a6fff6de-6e09-4dd3-907d-8a60f96230aa" providerId="AD" clId="Web-{16669D93-F211-1414-0EA4-7C3698788CC2}" dt="2025-03-16T18:13:47.349" v="973" actId="14100"/>
          <ac:picMkLst>
            <pc:docMk/>
            <pc:sldMk cId="1079086700" sldId="269"/>
            <ac:picMk id="5" creationId="{81F287E0-5A6B-9319-98EE-09F5621CF2B2}"/>
          </ac:picMkLst>
        </pc:picChg>
        <pc:picChg chg="del">
          <ac:chgData name="Ingalls, Jackson Lee" userId="S::ingallsj22@students.ecu.edu::a6fff6de-6e09-4dd3-907d-8a60f96230aa" providerId="AD" clId="Web-{16669D93-F211-1414-0EA4-7C3698788CC2}" dt="2025-03-15T15:30:10.944" v="32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2:00.317" v="965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6669D93-F211-1414-0EA4-7C3698788CC2}" dt="2025-03-15T15:30:24.757" v="37" actId="20577"/>
          <ac:spMkLst>
            <pc:docMk/>
            <pc:sldMk cId="2643622246" sldId="270"/>
            <ac:spMk id="2" creationId="{5896A9EE-D05D-3B99-B753-C5DA73193A7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10:34.833" v="893"/>
          <ac:spMkLst>
            <pc:docMk/>
            <pc:sldMk cId="2643622246" sldId="270"/>
            <ac:spMk id="11" creationId="{7053E4C3-DD8E-7843-65E1-2F3F8CB05F83}"/>
          </ac:spMkLst>
        </pc:spChg>
        <pc:graphicFrameChg chg="add del mod">
          <ac:chgData name="Ingalls, Jackson Lee" userId="S::ingallsj22@students.ecu.edu::a6fff6de-6e09-4dd3-907d-8a60f96230aa" providerId="AD" clId="Web-{16669D93-F211-1414-0EA4-7C3698788CC2}" dt="2025-03-16T18:10:25.677" v="889"/>
          <ac:graphicFrameMkLst>
            <pc:docMk/>
            <pc:sldMk cId="2643622246" sldId="270"/>
            <ac:graphicFrameMk id="4" creationId="{70C57DD5-C962-D197-906D-952010C97CA4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25.130" v="888"/>
          <ac:graphicFrameMkLst>
            <pc:docMk/>
            <pc:sldMk cId="2643622246" sldId="270"/>
            <ac:graphicFrameMk id="6" creationId="{E5A95619-3E47-6F84-FFD6-B8A7AEFEC505}"/>
          </ac:graphicFrameMkLst>
        </pc:graphicFrameChg>
        <pc:graphicFrameChg chg="add del mod modGraphic">
          <ac:chgData name="Ingalls, Jackson Lee" userId="S::ingallsj22@students.ecu.edu::a6fff6de-6e09-4dd3-907d-8a60f96230aa" providerId="AD" clId="Web-{16669D93-F211-1414-0EA4-7C3698788CC2}" dt="2025-03-16T18:12:00.317" v="965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31.614" v="891"/>
          <ac:graphicFrameMkLst>
            <pc:docMk/>
            <pc:sldMk cId="2643622246" sldId="270"/>
            <ac:graphicFrameMk id="9" creationId="{BB5FF990-0401-727F-51B5-70D545604CB0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16669D93-F211-1414-0EA4-7C3698788CC2}" dt="2025-03-16T18:33:07.435" v="976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16669D93-F211-1414-0EA4-7C3698788CC2}" dt="2025-03-15T15:30:28.616" v="38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30.928" v="78"/>
          <ac:spMkLst>
            <pc:docMk/>
            <pc:sldMk cId="2949255551" sldId="271"/>
            <ac:spMk id="5" creationId="{212E02B5-923C-FD5F-D2AE-DE14154ECF4E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32:59.294" v="974"/>
          <ac:spMkLst>
            <pc:docMk/>
            <pc:sldMk cId="2949255551" sldId="271"/>
            <ac:spMk id="7" creationId="{9013613A-D269-AB00-BEE0-3434BF28530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33.100" v="79"/>
          <ac:picMkLst>
            <pc:docMk/>
            <pc:sldMk cId="2949255551" sldId="271"/>
            <ac:picMk id="3" creationId="{327A7BC0-DADF-434D-6311-5B9039F0E152}"/>
          </ac:picMkLst>
        </pc:picChg>
        <pc:picChg chg="add mod ord">
          <ac:chgData name="Ingalls, Jackson Lee" userId="S::ingallsj22@students.ecu.edu::a6fff6de-6e09-4dd3-907d-8a60f96230aa" providerId="AD" clId="Web-{16669D93-F211-1414-0EA4-7C3698788CC2}" dt="2025-03-16T18:33:07.435" v="976" actId="1076"/>
          <ac:picMkLst>
            <pc:docMk/>
            <pc:sldMk cId="2949255551" sldId="271"/>
            <ac:picMk id="3" creationId="{819E5E98-6278-2117-66F0-C7427579AE71}"/>
          </ac:picMkLst>
        </pc:picChg>
      </pc:sldChg>
      <pc:sldChg chg="del">
        <pc:chgData name="Ingalls, Jackson Lee" userId="S::ingallsj22@students.ecu.edu::a6fff6de-6e09-4dd3-907d-8a60f96230aa" providerId="AD" clId="Web-{16669D93-F211-1414-0EA4-7C3698788CC2}" dt="2025-03-15T15:28:23.881" v="2"/>
        <pc:sldMkLst>
          <pc:docMk/>
          <pc:sldMk cId="673249720" sldId="275"/>
        </pc:sldMkLst>
      </pc:sldChg>
      <pc:sldChg chg="del">
        <pc:chgData name="Ingalls, Jackson Lee" userId="S::ingallsj22@students.ecu.edu::a6fff6de-6e09-4dd3-907d-8a60f96230aa" providerId="AD" clId="Web-{16669D93-F211-1414-0EA4-7C3698788CC2}" dt="2025-03-15T15:28:25.678" v="3"/>
        <pc:sldMkLst>
          <pc:docMk/>
          <pc:sldMk cId="3969918976" sldId="277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27.553" v="75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16669D93-F211-1414-0EA4-7C3698788CC2}" dt="2025-03-15T15:31:27.553" v="75" actId="20577"/>
          <ac:spMkLst>
            <pc:docMk/>
            <pc:sldMk cId="3569211006" sldId="278"/>
            <ac:spMk id="2" creationId="{4998A290-0FF8-AB3C-826A-246DDBA5366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5.491" v="73" actId="20577"/>
          <ac:spMkLst>
            <pc:docMk/>
            <pc:sldMk cId="3569211006" sldId="278"/>
            <ac:spMk id="3" creationId="{48912999-A034-5951-363E-FDCA161673C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1.335" v="70" actId="20577"/>
          <ac:spMkLst>
            <pc:docMk/>
            <pc:sldMk cId="3569211006" sldId="278"/>
            <ac:spMk id="8" creationId="{3150C260-E04B-9988-A0E1-FD791BE20CE9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26.522" v="74"/>
          <ac:picMkLst>
            <pc:docMk/>
            <pc:sldMk cId="3569211006" sldId="278"/>
            <ac:picMk id="4" creationId="{DF7780A0-B984-2E9F-276E-967F0E44212B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23.585" v="71"/>
          <ac:picMkLst>
            <pc:docMk/>
            <pc:sldMk cId="3569211006" sldId="278"/>
            <ac:picMk id="5" creationId="{2240055C-CD19-3ABD-BE67-BDF87D6214E3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5T15:31:04.991" v="61"/>
        <pc:sldMkLst>
          <pc:docMk/>
          <pc:sldMk cId="3292912737" sldId="279"/>
        </pc:sldMkLst>
        <pc:spChg chg="mod">
          <ac:chgData name="Ingalls, Jackson Lee" userId="S::ingallsj22@students.ecu.edu::a6fff6de-6e09-4dd3-907d-8a60f96230aa" providerId="AD" clId="Web-{16669D93-F211-1414-0EA4-7C3698788CC2}" dt="2025-03-15T15:31:04.460" v="60" actId="20577"/>
          <ac:spMkLst>
            <pc:docMk/>
            <pc:sldMk cId="3292912737" sldId="279"/>
            <ac:spMk id="3" creationId="{6DF198E5-59D0-D33D-4A16-129A3478E7EF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04.991" v="61"/>
          <ac:picMkLst>
            <pc:docMk/>
            <pc:sldMk cId="3292912737" sldId="279"/>
            <ac:picMk id="7" creationId="{ECA1B063-838C-BDBC-40E4-9EC01491F29C}"/>
          </ac:picMkLst>
        </pc:picChg>
      </pc:sldChg>
      <pc:sldChg chg="new del">
        <pc:chgData name="Ingalls, Jackson Lee" userId="S::ingallsj22@students.ecu.edu::a6fff6de-6e09-4dd3-907d-8a60f96230aa" providerId="AD" clId="Web-{16669D93-F211-1414-0EA4-7C3698788CC2}" dt="2025-03-15T15:31:44.381" v="80"/>
        <pc:sldMkLst>
          <pc:docMk/>
          <pc:sldMk cId="4058822014" sldId="282"/>
        </pc:sldMkLst>
      </pc:sldChg>
      <pc:sldChg chg="modSp new">
        <pc:chgData name="Ingalls, Jackson Lee" userId="S::ingallsj22@students.ecu.edu::a6fff6de-6e09-4dd3-907d-8a60f96230aa" providerId="AD" clId="Web-{16669D93-F211-1414-0EA4-7C3698788CC2}" dt="2025-03-15T15:29:09.413" v="17" actId="20577"/>
        <pc:sldMkLst>
          <pc:docMk/>
          <pc:sldMk cId="1982557218" sldId="283"/>
        </pc:sldMkLst>
        <pc:spChg chg="mod">
          <ac:chgData name="Ingalls, Jackson Lee" userId="S::ingallsj22@students.ecu.edu::a6fff6de-6e09-4dd3-907d-8a60f96230aa" providerId="AD" clId="Web-{16669D93-F211-1414-0EA4-7C3698788CC2}" dt="2025-03-15T15:29:09.413" v="17" actId="20577"/>
          <ac:spMkLst>
            <pc:docMk/>
            <pc:sldMk cId="1982557218" sldId="283"/>
            <ac:spMk id="2" creationId="{AB0335AC-2F16-5EC8-691A-34B35EECF733}"/>
          </ac:spMkLst>
        </pc:spChg>
      </pc:sldChg>
      <pc:sldChg chg="modSp new">
        <pc:chgData name="Ingalls, Jackson Lee" userId="S::ingallsj22@students.ecu.edu::a6fff6de-6e09-4dd3-907d-8a60f96230aa" providerId="AD" clId="Web-{16669D93-F211-1414-0EA4-7C3698788CC2}" dt="2025-03-15T15:29:39.241" v="22" actId="20577"/>
        <pc:sldMkLst>
          <pc:docMk/>
          <pc:sldMk cId="4287221392" sldId="284"/>
        </pc:sldMkLst>
        <pc:spChg chg="mod">
          <ac:chgData name="Ingalls, Jackson Lee" userId="S::ingallsj22@students.ecu.edu::a6fff6de-6e09-4dd3-907d-8a60f96230aa" providerId="AD" clId="Web-{16669D93-F211-1414-0EA4-7C3698788CC2}" dt="2025-03-15T15:29:39.241" v="22" actId="20577"/>
          <ac:spMkLst>
            <pc:docMk/>
            <pc:sldMk cId="4287221392" sldId="284"/>
            <ac:spMk id="2" creationId="{0F553CCD-5EAF-5D77-4480-2B01E74B4261}"/>
          </ac:spMkLst>
        </pc:spChg>
      </pc:sldChg>
      <pc:sldChg chg="addSp delSp modSp new">
        <pc:chgData name="Ingalls, Jackson Lee" userId="S::ingallsj22@students.ecu.edu::a6fff6de-6e09-4dd3-907d-8a60f96230aa" providerId="AD" clId="Web-{16669D93-F211-1414-0EA4-7C3698788CC2}" dt="2025-03-16T18:01:11.863" v="165" actId="14100"/>
        <pc:sldMkLst>
          <pc:docMk/>
          <pc:sldMk cId="3862824673" sldId="285"/>
        </pc:sldMkLst>
        <pc:spChg chg="del mod">
          <ac:chgData name="Ingalls, Jackson Lee" userId="S::ingallsj22@students.ecu.edu::a6fff6de-6e09-4dd3-907d-8a60f96230aa" providerId="AD" clId="Web-{16669D93-F211-1414-0EA4-7C3698788CC2}" dt="2025-03-16T18:00:45.441" v="159"/>
          <ac:spMkLst>
            <pc:docMk/>
            <pc:sldMk cId="3862824673" sldId="285"/>
            <ac:spMk id="2" creationId="{32C1DC52-3B7C-2F10-0733-54444CF6842A}"/>
          </ac:spMkLst>
        </pc:spChg>
        <pc:spChg chg="del">
          <ac:chgData name="Ingalls, Jackson Lee" userId="S::ingallsj22@students.ecu.edu::a6fff6de-6e09-4dd3-907d-8a60f96230aa" providerId="AD" clId="Web-{16669D93-F211-1414-0EA4-7C3698788CC2}" dt="2025-03-16T18:00:28.425" v="155"/>
          <ac:spMkLst>
            <pc:docMk/>
            <pc:sldMk cId="3862824673" sldId="285"/>
            <ac:spMk id="3" creationId="{3F7804DD-E315-F9F5-76AA-A40F42DD5364}"/>
          </ac:spMkLst>
        </pc:spChg>
        <pc:picChg chg="add mod ord">
          <ac:chgData name="Ingalls, Jackson Lee" userId="S::ingallsj22@students.ecu.edu::a6fff6de-6e09-4dd3-907d-8a60f96230aa" providerId="AD" clId="Web-{16669D93-F211-1414-0EA4-7C3698788CC2}" dt="2025-03-16T18:01:11.863" v="165" actId="14100"/>
          <ac:picMkLst>
            <pc:docMk/>
            <pc:sldMk cId="3862824673" sldId="285"/>
            <ac:picMk id="4" creationId="{4D576583-C602-F5A8-94AF-4A4016464757}"/>
          </ac:picMkLst>
        </pc:picChg>
      </pc:sldChg>
      <pc:sldChg chg="modSp new">
        <pc:chgData name="Ingalls, Jackson Lee" userId="S::ingallsj22@students.ecu.edu::a6fff6de-6e09-4dd3-907d-8a60f96230aa" providerId="AD" clId="Web-{16669D93-F211-1414-0EA4-7C3698788CC2}" dt="2025-03-15T15:30:05.803" v="31" actId="20577"/>
        <pc:sldMkLst>
          <pc:docMk/>
          <pc:sldMk cId="2232573012" sldId="286"/>
        </pc:sldMkLst>
        <pc:spChg chg="mod">
          <ac:chgData name="Ingalls, Jackson Lee" userId="S::ingallsj22@students.ecu.edu::a6fff6de-6e09-4dd3-907d-8a60f96230aa" providerId="AD" clId="Web-{16669D93-F211-1414-0EA4-7C3698788CC2}" dt="2025-03-15T15:30:05.803" v="31" actId="20577"/>
          <ac:spMkLst>
            <pc:docMk/>
            <pc:sldMk cId="2232573012" sldId="286"/>
            <ac:spMk id="2" creationId="{05F50DFA-582A-8F91-08BF-F15862EC15F9}"/>
          </ac:spMkLst>
        </pc:spChg>
      </pc:sldChg>
    </pc:docChg>
  </pc:docChgLst>
  <pc:docChgLst>
    <pc:chgData name="Ingalls, Jackson Lee" userId="S::ingallsj22@students.ecu.edu::a6fff6de-6e09-4dd3-907d-8a60f96230aa" providerId="AD" clId="Web-{A0B8E123-643C-71CA-FB40-858108280E63}"/>
    <pc:docChg chg="modSld">
      <pc:chgData name="Ingalls, Jackson Lee" userId="S::ingallsj22@students.ecu.edu::a6fff6de-6e09-4dd3-907d-8a60f96230aa" providerId="AD" clId="Web-{A0B8E123-643C-71CA-FB40-858108280E63}" dt="2025-04-06T17:15:57.580" v="533" actId="14100"/>
      <pc:docMkLst>
        <pc:docMk/>
      </pc:docMkLst>
      <pc:sldChg chg="addSp delSp modSp">
        <pc:chgData name="Ingalls, Jackson Lee" userId="S::ingallsj22@students.ecu.edu::a6fff6de-6e09-4dd3-907d-8a60f96230aa" providerId="AD" clId="Web-{A0B8E123-643C-71CA-FB40-858108280E63}" dt="2025-04-06T17:04:03.113" v="529" actId="1076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A0B8E123-643C-71CA-FB40-858108280E63}" dt="2025-04-06T16:05:53.369" v="4" actId="20577"/>
          <ac:spMkLst>
            <pc:docMk/>
            <pc:sldMk cId="2643622246" sldId="270"/>
            <ac:spMk id="2" creationId="{5896A9EE-D05D-3B99-B753-C5DA73193A71}"/>
          </ac:spMkLst>
        </pc:spChg>
        <pc:graphicFrameChg chg="add del mod">
          <ac:chgData name="Ingalls, Jackson Lee" userId="S::ingallsj22@students.ecu.edu::a6fff6de-6e09-4dd3-907d-8a60f96230aa" providerId="AD" clId="Web-{A0B8E123-643C-71CA-FB40-858108280E63}" dt="2025-04-06T17:01:43.326" v="102"/>
          <ac:graphicFrameMkLst>
            <pc:docMk/>
            <pc:sldMk cId="2643622246" sldId="270"/>
            <ac:graphicFrameMk id="4" creationId="{53AC737D-64A9-4991-F126-040E5EDED90E}"/>
          </ac:graphicFrameMkLst>
        </pc:graphicFrameChg>
        <pc:graphicFrameChg chg="add del mod">
          <ac:chgData name="Ingalls, Jackson Lee" userId="S::ingallsj22@students.ecu.edu::a6fff6de-6e09-4dd3-907d-8a60f96230aa" providerId="AD" clId="Web-{A0B8E123-643C-71CA-FB40-858108280E63}" dt="2025-04-06T17:01:42.216" v="101"/>
          <ac:graphicFrameMkLst>
            <pc:docMk/>
            <pc:sldMk cId="2643622246" sldId="270"/>
            <ac:graphicFrameMk id="6" creationId="{79D8CFD1-CFB3-F3B7-99FC-182CEDEF3393}"/>
          </ac:graphicFrameMkLst>
        </pc:graphicFrameChg>
        <pc:graphicFrameChg chg="mod modGraphic">
          <ac:chgData name="Ingalls, Jackson Lee" userId="S::ingallsj22@students.ecu.edu::a6fff6de-6e09-4dd3-907d-8a60f96230aa" providerId="AD" clId="Web-{A0B8E123-643C-71CA-FB40-858108280E63}" dt="2025-04-06T17:04:03.113" v="529" actId="1076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A0B8E123-643C-71CA-FB40-858108280E63}" dt="2025-04-06T17:15:57.580" v="533" actId="14100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A0B8E123-643C-71CA-FB40-858108280E63}" dt="2025-04-06T16:05:50.134" v="3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A0B8E123-643C-71CA-FB40-858108280E63}" dt="2025-04-06T17:15:46.767" v="530"/>
          <ac:spMkLst>
            <pc:docMk/>
            <pc:sldMk cId="2949255551" sldId="271"/>
            <ac:spMk id="5" creationId="{ADE5554E-19D3-09D3-DAF7-690226E2591B}"/>
          </ac:spMkLst>
        </pc:spChg>
        <pc:picChg chg="add mod ord">
          <ac:chgData name="Ingalls, Jackson Lee" userId="S::ingallsj22@students.ecu.edu::a6fff6de-6e09-4dd3-907d-8a60f96230aa" providerId="AD" clId="Web-{A0B8E123-643C-71CA-FB40-858108280E63}" dt="2025-04-06T17:15:57.580" v="533" actId="14100"/>
          <ac:picMkLst>
            <pc:docMk/>
            <pc:sldMk cId="2949255551" sldId="271"/>
            <ac:picMk id="3" creationId="{7B77F4FD-F67C-1536-5413-3EB52C5FC256}"/>
          </ac:picMkLst>
        </pc:picChg>
        <pc:picChg chg="del">
          <ac:chgData name="Ingalls, Jackson Lee" userId="S::ingallsj22@students.ecu.edu::a6fff6de-6e09-4dd3-907d-8a60f96230aa" providerId="AD" clId="Web-{A0B8E123-643C-71CA-FB40-858108280E63}" dt="2025-04-06T16:05:47.416" v="2"/>
          <ac:picMkLst>
            <pc:docMk/>
            <pc:sldMk cId="2949255551" sldId="271"/>
            <ac:picMk id="3" creationId="{819E5E98-6278-2117-66F0-C7427579AE71}"/>
          </ac:picMkLst>
        </pc:picChg>
      </pc:sldChg>
      <pc:sldChg chg="modSp">
        <pc:chgData name="Ingalls, Jackson Lee" userId="S::ingallsj22@students.ecu.edu::a6fff6de-6e09-4dd3-907d-8a60f96230aa" providerId="AD" clId="Web-{A0B8E123-643C-71CA-FB40-858108280E63}" dt="2025-04-06T16:05:45.384" v="1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A0B8E123-643C-71CA-FB40-858108280E63}" dt="2025-04-06T16:05:45.384" v="1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0da7c0ae-baa9-4757-b721-93744e55c2c5" providerId="ADAL" clId="{9595302F-8AF6-4346-8753-BCBDE1C74FF6}"/>
    <pc:docChg chg="custSel modSld">
      <pc:chgData name="Hatem, Carson" userId="0da7c0ae-baa9-4757-b721-93744e55c2c5" providerId="ADAL" clId="{9595302F-8AF6-4346-8753-BCBDE1C74FF6}" dt="2025-02-10T22:40:19.372" v="1" actId="26606"/>
      <pc:docMkLst>
        <pc:docMk/>
      </pc:docMkLst>
      <pc:sldChg chg="addSp delSp modSp">
        <pc:chgData name="Hatem, Carson" userId="0da7c0ae-baa9-4757-b721-93744e55c2c5" providerId="ADAL" clId="{9595302F-8AF6-4346-8753-BCBDE1C74FF6}" dt="2025-02-10T22:40:19.372" v="1" actId="26606"/>
        <pc:sldMkLst>
          <pc:docMk/>
          <pc:sldMk cId="1544821928" sldId="266"/>
        </pc:sldMkLst>
        <pc:spChg chg="mo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" creationId="{B46B1145-7873-E1C6-7F0C-6B49974D81FC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17" creationId="{39E3965E-AC41-4711-9D10-E25ABB132D86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1" creationId="{62755092-2A02-4B19-ABF7-2F2AB9C2C2BA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31" creationId="{17386A2C-98C8-4053-89D9-65CDA2321610}"/>
          </ac:spMkLst>
        </pc:spChg>
      </pc:sldChg>
    </pc:docChg>
  </pc:docChgLst>
  <pc:docChgLst>
    <pc:chgData name="Hatem, Carson" userId="S::hatemc22@students.ecu.edu::0da7c0ae-baa9-4757-b721-93744e55c2c5" providerId="AD" clId="Web-{28C1E140-CBF7-403E-6CAD-FC9D0088176C}"/>
    <pc:docChg chg="modSld">
      <pc:chgData name="Hatem, Carson" userId="S::hatemc22@students.ecu.edu::0da7c0ae-baa9-4757-b721-93744e55c2c5" providerId="AD" clId="Web-{28C1E140-CBF7-403E-6CAD-FC9D0088176C}" dt="2025-02-10T22:04:32.490" v="256"/>
      <pc:docMkLst>
        <pc:docMk/>
      </pc:docMkLst>
      <pc:sldChg chg="addSp delSp modSp">
        <pc:chgData name="Hatem, Carson" userId="S::hatemc22@students.ecu.edu::0da7c0ae-baa9-4757-b721-93744e55c2c5" providerId="AD" clId="Web-{28C1E140-CBF7-403E-6CAD-FC9D0088176C}" dt="2025-02-10T22:04:32.490" v="256"/>
        <pc:sldMkLst>
          <pc:docMk/>
          <pc:sldMk cId="1270056921" sldId="264"/>
        </pc:sldMkLst>
        <pc:picChg chg="add mod ord">
          <ac:chgData name="Hatem, Carson" userId="S::hatemc22@students.ecu.edu::0da7c0ae-baa9-4757-b721-93744e55c2c5" providerId="AD" clId="Web-{28C1E140-CBF7-403E-6CAD-FC9D0088176C}" dt="2025-02-10T22:04:32.490" v="256"/>
          <ac:picMkLst>
            <pc:docMk/>
            <pc:sldMk cId="1270056921" sldId="264"/>
            <ac:picMk id="4" creationId="{531D0BAE-1D90-F82D-8011-E65E77B15F9F}"/>
          </ac:picMkLst>
        </pc:picChg>
      </pc:sldChg>
      <pc:sldChg chg="modSp">
        <pc:chgData name="Hatem, Carson" userId="S::hatemc22@students.ecu.edu::0da7c0ae-baa9-4757-b721-93744e55c2c5" providerId="AD" clId="Web-{28C1E140-CBF7-403E-6CAD-FC9D0088176C}" dt="2025-02-10T21:32:24.426" v="255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4E03289F-EE62-4CC2-805C-0865B253654C}"/>
    <pc:docChg chg="modSld">
      <pc:chgData name="Hatem, Carson" userId="S::hatemc22@students.ecu.edu::0da7c0ae-baa9-4757-b721-93744e55c2c5" providerId="AD" clId="Web-{4E03289F-EE62-4CC2-805C-0865B253654C}" dt="2025-04-21T20:37:23.464" v="1075" actId="20577"/>
      <pc:docMkLst>
        <pc:docMk/>
      </pc:docMkLst>
      <pc:sldChg chg="addSp modSp">
        <pc:chgData name="Hatem, Carson" userId="S::hatemc22@students.ecu.edu::0da7c0ae-baa9-4757-b721-93744e55c2c5" providerId="AD" clId="Web-{4E03289F-EE62-4CC2-805C-0865B253654C}" dt="2025-04-21T20:36:30.759" v="1038" actId="1076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4E03289F-EE62-4CC2-805C-0865B253654C}" dt="2025-04-21T20:35:43.585" v="1023" actId="20577"/>
          <ac:spMkLst>
            <pc:docMk/>
            <pc:sldMk cId="1544821928" sldId="266"/>
            <ac:spMk id="2" creationId="{B46B1145-7873-E1C6-7F0C-6B49974D81FC}"/>
          </ac:spMkLst>
        </pc:spChg>
        <pc:spChg chg="add mod">
          <ac:chgData name="Hatem, Carson" userId="S::hatemc22@students.ecu.edu::0da7c0ae-baa9-4757-b721-93744e55c2c5" providerId="AD" clId="Web-{4E03289F-EE62-4CC2-805C-0865B253654C}" dt="2025-04-21T20:36:30.759" v="1038" actId="1076"/>
          <ac:spMkLst>
            <pc:docMk/>
            <pc:sldMk cId="1544821928" sldId="266"/>
            <ac:spMk id="5" creationId="{36B20BF7-06D9-806D-07F7-D80D063DDFFB}"/>
          </ac:spMkLst>
        </pc:spChg>
        <pc:picChg chg="add mod">
          <ac:chgData name="Hatem, Carson" userId="S::hatemc22@students.ecu.edu::0da7c0ae-baa9-4757-b721-93744e55c2c5" providerId="AD" clId="Web-{4E03289F-EE62-4CC2-805C-0865B253654C}" dt="2025-04-21T20:35:29.615" v="1019" actId="14100"/>
          <ac:picMkLst>
            <pc:docMk/>
            <pc:sldMk cId="1544821928" sldId="266"/>
            <ac:picMk id="3" creationId="{316F6273-466F-F4FD-7D70-6DDD3558CAB1}"/>
          </ac:picMkLst>
        </pc:picChg>
        <pc:picChg chg="add mod">
          <ac:chgData name="Hatem, Carson" userId="S::hatemc22@students.ecu.edu::0da7c0ae-baa9-4757-b721-93744e55c2c5" providerId="AD" clId="Web-{4E03289F-EE62-4CC2-805C-0865B253654C}" dt="2025-04-21T20:35:32.209" v="1020" actId="14100"/>
          <ac:picMkLst>
            <pc:docMk/>
            <pc:sldMk cId="1544821928" sldId="266"/>
            <ac:picMk id="4" creationId="{0D7C69CF-FA82-3817-613F-89914619ABFE}"/>
          </ac:picMkLst>
        </pc:picChg>
      </pc:sldChg>
      <pc:sldChg chg="modSp">
        <pc:chgData name="Hatem, Carson" userId="S::hatemc22@students.ecu.edu::0da7c0ae-baa9-4757-b721-93744e55c2c5" providerId="AD" clId="Web-{4E03289F-EE62-4CC2-805C-0865B253654C}" dt="2025-04-21T20:37:23.464" v="1075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4E03289F-EE62-4CC2-805C-0865B253654C}" dt="2025-04-21T20:37:23.464" v="1075" actId="20577"/>
          <ac:spMkLst>
            <pc:docMk/>
            <pc:sldMk cId="3644964489" sldId="288"/>
            <ac:spMk id="3" creationId="{05B3CE47-BDC9-E4AA-54E4-6A2DC457AA61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2:02.648" v="461" actId="20577"/>
        <pc:sldMkLst>
          <pc:docMk/>
          <pc:sldMk cId="2615260248" sldId="289"/>
        </pc:sldMkLst>
        <pc:spChg chg="mod">
          <ac:chgData name="Hatem, Carson" userId="S::hatemc22@students.ecu.edu::0da7c0ae-baa9-4757-b721-93744e55c2c5" providerId="AD" clId="Web-{4E03289F-EE62-4CC2-805C-0865B253654C}" dt="2025-04-21T20:12:02.648" v="461" actId="20577"/>
          <ac:spMkLst>
            <pc:docMk/>
            <pc:sldMk cId="2615260248" sldId="289"/>
            <ac:spMk id="4" creationId="{223240F5-44D4-D391-0104-0AA0D10DEC5B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1:13.880" v="446" actId="20577"/>
        <pc:sldMkLst>
          <pc:docMk/>
          <pc:sldMk cId="1232727475" sldId="290"/>
        </pc:sldMkLst>
        <pc:spChg chg="mod">
          <ac:chgData name="Hatem, Carson" userId="S::hatemc22@students.ecu.edu::0da7c0ae-baa9-4757-b721-93744e55c2c5" providerId="AD" clId="Web-{4E03289F-EE62-4CC2-805C-0865B253654C}" dt="2025-04-21T20:11:13.880" v="446" actId="20577"/>
          <ac:spMkLst>
            <pc:docMk/>
            <pc:sldMk cId="1232727475" sldId="290"/>
            <ac:spMk id="4" creationId="{B459B9C8-D09F-EAF9-89EE-13E10C3FDF30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6:42.816" v="668" actId="20577"/>
        <pc:sldMkLst>
          <pc:docMk/>
          <pc:sldMk cId="3689366203" sldId="291"/>
        </pc:sldMkLst>
        <pc:spChg chg="mod">
          <ac:chgData name="Hatem, Carson" userId="S::hatemc22@students.ecu.edu::0da7c0ae-baa9-4757-b721-93744e55c2c5" providerId="AD" clId="Web-{4E03289F-EE62-4CC2-805C-0865B253654C}" dt="2025-04-21T20:16:42.816" v="668" actId="20577"/>
          <ac:spMkLst>
            <pc:docMk/>
            <pc:sldMk cId="3689366203" sldId="291"/>
            <ac:spMk id="4" creationId="{85B7520F-6BF4-8DDE-9E1F-859BF3640E38}"/>
          </ac:spMkLst>
        </pc:spChg>
      </pc:sldChg>
    </pc:docChg>
  </pc:docChgLst>
  <pc:docChgLst>
    <pc:chgData name="Hatem, Carson" userId="S::hatemc22@students.ecu.edu::0da7c0ae-baa9-4757-b721-93744e55c2c5" providerId="AD" clId="Web-{218E2845-BF13-4F58-B7F8-2B85244A826F}"/>
    <pc:docChg chg="addSld delSld modSld">
      <pc:chgData name="Hatem, Carson" userId="S::hatemc22@students.ecu.edu::0da7c0ae-baa9-4757-b721-93744e55c2c5" providerId="AD" clId="Web-{218E2845-BF13-4F58-B7F8-2B85244A826F}" dt="2025-02-24T22:57:17.192" v="225" actId="1076"/>
      <pc:docMkLst>
        <pc:docMk/>
      </pc:docMkLst>
      <pc:sldChg chg="addSp delSp modSp">
        <pc:chgData name="Hatem, Carson" userId="S::hatemc22@students.ecu.edu::0da7c0ae-baa9-4757-b721-93744e55c2c5" providerId="AD" clId="Web-{218E2845-BF13-4F58-B7F8-2B85244A826F}" dt="2025-02-24T22:57:17.192" v="225" actId="1076"/>
        <pc:sldMkLst>
          <pc:docMk/>
          <pc:sldMk cId="1270056921" sldId="264"/>
        </pc:sldMkLst>
        <pc:spChg chg="add del mod">
          <ac:chgData name="Hatem, Carson" userId="S::hatemc22@students.ecu.edu::0da7c0ae-baa9-4757-b721-93744e55c2c5" providerId="AD" clId="Web-{218E2845-BF13-4F58-B7F8-2B85244A826F}" dt="2025-02-24T22:56:08.628" v="220"/>
          <ac:spMkLst>
            <pc:docMk/>
            <pc:sldMk cId="1270056921" sldId="264"/>
            <ac:spMk id="5" creationId="{3D70B353-61F2-AFEC-B9BA-960977579217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56:03.800" v="219"/>
          <ac:picMkLst>
            <pc:docMk/>
            <pc:sldMk cId="1270056921" sldId="264"/>
            <ac:picMk id="4" creationId="{531D0BAE-1D90-F82D-8011-E65E77B15F9F}"/>
          </ac:picMkLst>
        </pc:picChg>
        <pc:picChg chg="add mod ord">
          <ac:chgData name="Hatem, Carson" userId="S::hatemc22@students.ecu.edu::0da7c0ae-baa9-4757-b721-93744e55c2c5" providerId="AD" clId="Web-{218E2845-BF13-4F58-B7F8-2B85244A826F}" dt="2025-02-24T22:57:17.192" v="225" actId="1076"/>
          <ac:picMkLst>
            <pc:docMk/>
            <pc:sldMk cId="1270056921" sldId="264"/>
            <ac:picMk id="6" creationId="{31EFF054-47BB-46FA-D1DF-403B51309CC0}"/>
          </ac:picMkLst>
        </pc:picChg>
      </pc:sldChg>
      <pc:sldChg chg="addSp delSp modSp">
        <pc:chgData name="Hatem, Carson" userId="S::hatemc22@students.ecu.edu::0da7c0ae-baa9-4757-b721-93744e55c2c5" providerId="AD" clId="Web-{218E2845-BF13-4F58-B7F8-2B85244A826F}" dt="2025-02-24T21:59:19.298" v="54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218E2845-BF13-4F58-B7F8-2B85244A826F}" dt="2025-02-24T21:59:19.298" v="54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47.297" v="49" actId="1076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36.390" v="48" actId="1076"/>
          <ac:spMkLst>
            <pc:docMk/>
            <pc:sldMk cId="1544821928" sldId="266"/>
            <ac:spMk id="8" creationId="{EB0F8A3E-4D8F-D012-1092-73F38FA7E19E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7.752" v="3"/>
          <ac:spMkLst>
            <pc:docMk/>
            <pc:sldMk cId="1544821928" sldId="266"/>
            <ac:spMk id="9" creationId="{EE317C0D-ED12-6837-4427-DDE8917CC526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9.737" v="4"/>
          <ac:spMkLst>
            <pc:docMk/>
            <pc:sldMk cId="1544821928" sldId="266"/>
            <ac:spMk id="10" creationId="{4F766117-11DE-9C2F-5721-B49EC6EA6748}"/>
          </ac:spMkLst>
        </pc:spChg>
        <pc:spChg chg="add del mod">
          <ac:chgData name="Hatem, Carson" userId="S::hatemc22@students.ecu.edu::0da7c0ae-baa9-4757-b721-93744e55c2c5" providerId="AD" clId="Web-{218E2845-BF13-4F58-B7F8-2B85244A826F}" dt="2025-02-24T21:54:18.677" v="14"/>
          <ac:spMkLst>
            <pc:docMk/>
            <pc:sldMk cId="1544821928" sldId="266"/>
            <ac:spMk id="13" creationId="{E727C45F-EB6B-B129-949B-A39A9A3A98AE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1:54:13.130" v="12"/>
          <ac:picMkLst>
            <pc:docMk/>
            <pc:sldMk cId="1544821928" sldId="266"/>
            <ac:picMk id="4" creationId="{3B3CF31F-67A1-3CFB-9D18-641FD291FE45}"/>
          </ac:picMkLst>
        </pc:picChg>
        <pc:picChg chg="del mod">
          <ac:chgData name="Hatem, Carson" userId="S::hatemc22@students.ecu.edu::0da7c0ae-baa9-4757-b721-93744e55c2c5" providerId="AD" clId="Web-{218E2845-BF13-4F58-B7F8-2B85244A826F}" dt="2025-02-24T21:55:16.508" v="23"/>
          <ac:picMkLst>
            <pc:docMk/>
            <pc:sldMk cId="1544821928" sldId="266"/>
            <ac:picMk id="5" creationId="{BDF7A68C-4A48-6A7D-1FDC-162A6CFFCEC9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3.346" v="1"/>
          <ac:picMkLst>
            <pc:docMk/>
            <pc:sldMk cId="1544821928" sldId="266"/>
            <ac:picMk id="6" creationId="{1563372B-F66D-6FB4-54BE-C06FC50C7F3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4.611" v="2"/>
          <ac:picMkLst>
            <pc:docMk/>
            <pc:sldMk cId="1544821928" sldId="266"/>
            <ac:picMk id="7" creationId="{A296250B-BADE-5D7C-4201-BEBA3F207E1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9:03.282" v="52" actId="1076"/>
          <ac:picMkLst>
            <pc:docMk/>
            <pc:sldMk cId="1544821928" sldId="266"/>
            <ac:picMk id="11" creationId="{886F8D3B-70EB-9300-26C7-9FF0C2EE8028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1:56:21.807" v="37"/>
          <ac:picMkLst>
            <pc:docMk/>
            <pc:sldMk cId="1544821928" sldId="266"/>
            <ac:picMk id="14" creationId="{340547ED-29BB-F7B3-75DD-7845D1F0DFE4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8:26.108" v="46" actId="14100"/>
          <ac:picMkLst>
            <pc:docMk/>
            <pc:sldMk cId="1544821928" sldId="266"/>
            <ac:picMk id="15" creationId="{E65F43FC-4742-3900-6054-D5823119833A}"/>
          </ac:picMkLst>
        </pc:picChg>
      </pc:sldChg>
      <pc:sldChg chg="modSp">
        <pc:chgData name="Hatem, Carson" userId="S::hatemc22@students.ecu.edu::0da7c0ae-baa9-4757-b721-93744e55c2c5" providerId="AD" clId="Web-{218E2845-BF13-4F58-B7F8-2B85244A826F}" dt="2025-02-24T22:31:20.838" v="218"/>
        <pc:sldMkLst>
          <pc:docMk/>
          <pc:sldMk cId="2643622246" sldId="270"/>
        </pc:sldMkLst>
        <pc:graphicFrameChg chg="mod modGraphic">
          <ac:chgData name="Hatem, Carson" userId="S::hatemc22@students.ecu.edu::0da7c0ae-baa9-4757-b721-93744e55c2c5" providerId="AD" clId="Web-{218E2845-BF13-4F58-B7F8-2B85244A826F}" dt="2025-02-24T22:31:20.838" v="218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 del replId">
        <pc:chgData name="Hatem, Carson" userId="S::hatemc22@students.ecu.edu::0da7c0ae-baa9-4757-b721-93744e55c2c5" providerId="AD" clId="Web-{218E2845-BF13-4F58-B7F8-2B85244A826F}" dt="2025-02-24T21:59:27.595" v="55"/>
        <pc:sldMkLst>
          <pc:docMk/>
          <pc:sldMk cId="1562297131" sldId="276"/>
        </pc:sldMkLst>
      </pc:sldChg>
      <pc:sldChg chg="addSp delSp modSp add replId">
        <pc:chgData name="Hatem, Carson" userId="S::hatemc22@students.ecu.edu::0da7c0ae-baa9-4757-b721-93744e55c2c5" providerId="AD" clId="Web-{218E2845-BF13-4F58-B7F8-2B85244A826F}" dt="2025-02-24T22:02:31.789" v="96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218E2845-BF13-4F58-B7F8-2B85244A826F}" dt="2025-02-24T22:00:13.097" v="6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0:17.956" v="80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218E2845-BF13-4F58-B7F8-2B85244A826F}" dt="2025-02-24T22:01:30.240" v="88" actId="1076"/>
          <ac:picMkLst>
            <pc:docMk/>
            <pc:sldMk cId="3569211006" sldId="278"/>
            <ac:picMk id="4" creationId="{DF7780A0-B984-2E9F-276E-967F0E44212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2:31.789" v="96" actId="14100"/>
          <ac:picMkLst>
            <pc:docMk/>
            <pc:sldMk cId="3569211006" sldId="278"/>
            <ac:picMk id="5" creationId="{2240055C-CD19-3ABD-BE67-BDF87D6214E3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0:49.379" v="81"/>
          <ac:picMkLst>
            <pc:docMk/>
            <pc:sldMk cId="3569211006" sldId="278"/>
            <ac:picMk id="11" creationId="{660A3CBE-9D7C-9CB6-501B-E11322D33E8A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1:42.069" v="89"/>
          <ac:picMkLst>
            <pc:docMk/>
            <pc:sldMk cId="3569211006" sldId="278"/>
            <ac:picMk id="15" creationId="{51999024-CAB3-D024-FD1D-6DA2F97D7C54}"/>
          </ac:picMkLst>
        </pc:picChg>
      </pc:sldChg>
      <pc:sldChg chg="addSp delSp modSp add replId">
        <pc:chgData name="Hatem, Carson" userId="S::hatemc22@students.ecu.edu::0da7c0ae-baa9-4757-b721-93744e55c2c5" providerId="AD" clId="Web-{218E2845-BF13-4F58-B7F8-2B85244A826F}" dt="2025-02-24T22:06:41.830" v="130" actId="20577"/>
        <pc:sldMkLst>
          <pc:docMk/>
          <pc:sldMk cId="3292912737" sldId="279"/>
        </pc:sldMkLst>
        <pc:spChg chg="mod">
          <ac:chgData name="Hatem, Carson" userId="S::hatemc22@students.ecu.edu::0da7c0ae-baa9-4757-b721-93744e55c2c5" providerId="AD" clId="Web-{218E2845-BF13-4F58-B7F8-2B85244A826F}" dt="2025-02-24T22:06:41.830" v="130" actId="20577"/>
          <ac:spMkLst>
            <pc:docMk/>
            <pc:sldMk cId="3292912737" sldId="279"/>
            <ac:spMk id="2" creationId="{0C040FDA-AEFD-0306-9D37-5734106845B6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6:30.189" v="127" actId="1076"/>
          <ac:spMkLst>
            <pc:docMk/>
            <pc:sldMk cId="3292912737" sldId="279"/>
            <ac:spMk id="3" creationId="{6DF198E5-59D0-D33D-4A16-129A3478E7EF}"/>
          </ac:spMkLst>
        </pc:spChg>
        <pc:spChg chg="del">
          <ac:chgData name="Hatem, Carson" userId="S::hatemc22@students.ecu.edu::0da7c0ae-baa9-4757-b721-93744e55c2c5" providerId="AD" clId="Web-{218E2845-BF13-4F58-B7F8-2B85244A826F}" dt="2025-02-24T22:02:59.150" v="100"/>
          <ac:spMkLst>
            <pc:docMk/>
            <pc:sldMk cId="3292912737" sldId="279"/>
            <ac:spMk id="8" creationId="{D504A527-DE43-13B2-3BD4-524A9DD529C6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02:54.618" v="98"/>
          <ac:picMkLst>
            <pc:docMk/>
            <pc:sldMk cId="3292912737" sldId="279"/>
            <ac:picMk id="4" creationId="{ED338432-2577-09BA-9FAC-1D95475C216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2:56.540" v="99"/>
          <ac:picMkLst>
            <pc:docMk/>
            <pc:sldMk cId="3292912737" sldId="279"/>
            <ac:picMk id="5" creationId="{1D2CF4CE-EB2B-17B0-2901-B4DAFB6C9A31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2:03:49.339" v="116"/>
          <ac:picMkLst>
            <pc:docMk/>
            <pc:sldMk cId="3292912737" sldId="279"/>
            <ac:picMk id="6" creationId="{7961B73D-24D1-C55B-1CF1-8C32DCA42386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6:33.705" v="128" actId="14100"/>
          <ac:picMkLst>
            <pc:docMk/>
            <pc:sldMk cId="3292912737" sldId="279"/>
            <ac:picMk id="7" creationId="{ECA1B063-838C-BDBC-40E4-9EC01491F29C}"/>
          </ac:picMkLst>
        </pc:picChg>
      </pc:sldChg>
    </pc:docChg>
  </pc:docChgLst>
  <pc:docChgLst>
    <pc:chgData name="Hatem, Carson" userId="S::hatemc22@students.ecu.edu::0da7c0ae-baa9-4757-b721-93744e55c2c5" providerId="AD" clId="Web-{98354780-5A4A-4C58-A079-B7A73E5661CF}"/>
    <pc:docChg chg="modSld">
      <pc:chgData name="Hatem, Carson" userId="S::hatemc22@students.ecu.edu::0da7c0ae-baa9-4757-b721-93744e55c2c5" providerId="AD" clId="Web-{98354780-5A4A-4C58-A079-B7A73E5661CF}" dt="2025-04-07T21:09:26.185" v="35" actId="1076"/>
      <pc:docMkLst>
        <pc:docMk/>
      </pc:docMkLst>
      <pc:sldChg chg="addSp delSp modSp">
        <pc:chgData name="Hatem, Carson" userId="S::hatemc22@students.ecu.edu::0da7c0ae-baa9-4757-b721-93744e55c2c5" providerId="AD" clId="Web-{98354780-5A4A-4C58-A079-B7A73E5661CF}" dt="2025-04-07T21:09:26.185" v="35" actId="1076"/>
        <pc:sldMkLst>
          <pc:docMk/>
          <pc:sldMk cId="1148914554" sldId="298"/>
        </pc:sldMkLst>
        <pc:spChg chg="add del mod">
          <ac:chgData name="Hatem, Carson" userId="S::hatemc22@students.ecu.edu::0da7c0ae-baa9-4757-b721-93744e55c2c5" providerId="AD" clId="Web-{98354780-5A4A-4C58-A079-B7A73E5661CF}" dt="2025-04-07T21:07:38.528" v="2"/>
          <ac:spMkLst>
            <pc:docMk/>
            <pc:sldMk cId="1148914554" sldId="298"/>
            <ac:spMk id="6" creationId="{52DB649F-B899-3D9E-23BC-4E5F04D60E25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33.623" v="20"/>
          <ac:spMkLst>
            <pc:docMk/>
            <pc:sldMk cId="1148914554" sldId="298"/>
            <ac:spMk id="7" creationId="{14151223-7A52-F868-C4B5-AAA206C68B78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53.154" v="29"/>
          <ac:spMkLst>
            <pc:docMk/>
            <pc:sldMk cId="1148914554" sldId="298"/>
            <ac:spMk id="9" creationId="{0AB33055-AFE2-5260-A85C-86009DA5F34C}"/>
          </ac:spMkLst>
        </pc:spChg>
        <pc:spChg chg="add mod">
          <ac:chgData name="Hatem, Carson" userId="S::hatemc22@students.ecu.edu::0da7c0ae-baa9-4757-b721-93744e55c2c5" providerId="AD" clId="Web-{98354780-5A4A-4C58-A079-B7A73E5661CF}" dt="2025-04-07T21:09:26.185" v="35" actId="1076"/>
          <ac:spMkLst>
            <pc:docMk/>
            <pc:sldMk cId="1148914554" sldId="298"/>
            <ac:spMk id="11" creationId="{851B731E-6572-8114-15FC-748A87E458D9}"/>
          </ac:spMkLst>
        </pc:spChg>
      </pc:sldChg>
    </pc:docChg>
  </pc:docChgLst>
  <pc:docChgLst>
    <pc:chgData name="Hatem, Carson" userId="S::hatemc22@students.ecu.edu::0da7c0ae-baa9-4757-b721-93744e55c2c5" providerId="AD" clId="Web-{C47E4187-67D9-424F-B1DF-B930D5DA84DB}"/>
    <pc:docChg chg="modSld">
      <pc:chgData name="Hatem, Carson" userId="S::hatemc22@students.ecu.edu::0da7c0ae-baa9-4757-b721-93744e55c2c5" providerId="AD" clId="Web-{C47E4187-67D9-424F-B1DF-B930D5DA84DB}" dt="2025-02-10T19:30:47.426" v="21" actId="20577"/>
      <pc:docMkLst>
        <pc:docMk/>
      </pc:docMkLst>
      <pc:sldChg chg="modSp">
        <pc:chgData name="Hatem, Carson" userId="S::hatemc22@students.ecu.edu::0da7c0ae-baa9-4757-b721-93744e55c2c5" providerId="AD" clId="Web-{C47E4187-67D9-424F-B1DF-B930D5DA84DB}" dt="2025-02-10T19:30:47.426" v="21" actId="20577"/>
        <pc:sldMkLst>
          <pc:docMk/>
          <pc:sldMk cId="977577999" sldId="258"/>
        </pc:sldMkLst>
      </pc:sldChg>
    </pc:docChg>
  </pc:docChgLst>
  <pc:docChgLst>
    <pc:chgData name="Ingalls, Jackson Lee" userId="S::ingallsj22@students.ecu.edu::a6fff6de-6e09-4dd3-907d-8a60f96230aa" providerId="AD" clId="Web-{D210E327-600F-0BD5-FB3F-94B670CDDE35}"/>
    <pc:docChg chg="delSld modSld sldOrd">
      <pc:chgData name="Ingalls, Jackson Lee" userId="S::ingallsj22@students.ecu.edu::a6fff6de-6e09-4dd3-907d-8a60f96230aa" providerId="AD" clId="Web-{D210E327-600F-0BD5-FB3F-94B670CDDE35}" dt="2025-03-17T22:28:10.045" v="37" actId="20577"/>
      <pc:docMkLst>
        <pc:docMk/>
      </pc:docMkLst>
      <pc:sldChg chg="modSp">
        <pc:chgData name="Ingalls, Jackson Lee" userId="S::ingallsj22@students.ecu.edu::a6fff6de-6e09-4dd3-907d-8a60f96230aa" providerId="AD" clId="Web-{D210E327-600F-0BD5-FB3F-94B670CDDE35}" dt="2025-03-17T22:28:10.045" v="37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D210E327-600F-0BD5-FB3F-94B670CDDE35}" dt="2025-03-17T22:28:10.045" v="37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del">
        <pc:chgData name="Ingalls, Jackson Lee" userId="S::ingallsj22@students.ecu.edu::a6fff6de-6e09-4dd3-907d-8a60f96230aa" providerId="AD" clId="Web-{D210E327-600F-0BD5-FB3F-94B670CDDE35}" dt="2025-03-17T21:57:04.819" v="0"/>
        <pc:sldMkLst>
          <pc:docMk/>
          <pc:sldMk cId="1270056921" sldId="264"/>
        </pc:sldMkLst>
      </pc:sldChg>
      <pc:sldChg chg="modSp">
        <pc:chgData name="Ingalls, Jackson Lee" userId="S::ingallsj22@students.ecu.edu::a6fff6de-6e09-4dd3-907d-8a60f96230aa" providerId="AD" clId="Web-{D210E327-600F-0BD5-FB3F-94B670CDDE35}" dt="2025-03-17T22:16:25.255" v="20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210E327-600F-0BD5-FB3F-94B670CDDE35}" dt="2025-03-17T22:16:25.255" v="20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modSp">
        <pc:chgData name="Ingalls, Jackson Lee" userId="S::ingallsj22@students.ecu.edu::a6fff6de-6e09-4dd3-907d-8a60f96230aa" providerId="AD" clId="Web-{D210E327-600F-0BD5-FB3F-94B670CDDE35}" dt="2025-03-17T22:16:28.036" v="21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D210E327-600F-0BD5-FB3F-94B670CDDE35}" dt="2025-03-17T22:16:28.036" v="21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ord">
        <pc:chgData name="Ingalls, Jackson Lee" userId="S::ingallsj22@students.ecu.edu::a6fff6de-6e09-4dd3-907d-8a60f96230aa" providerId="AD" clId="Web-{D210E327-600F-0BD5-FB3F-94B670CDDE35}" dt="2025-03-17T22:20:06.273" v="22"/>
        <pc:sldMkLst>
          <pc:docMk/>
          <pc:sldMk cId="3862824673" sldId="285"/>
        </pc:sldMkLst>
      </pc:sldChg>
    </pc:docChg>
  </pc:docChgLst>
  <pc:docChgLst>
    <pc:chgData name="Ingalls, Jackson Lee" userId="S::ingallsj22@students.ecu.edu::a6fff6de-6e09-4dd3-907d-8a60f96230aa" providerId="AD" clId="Web-{3EF0BCE5-E769-AEF4-96AA-D6B4BBB82EDE}"/>
    <pc:docChg chg="addSld delSld">
      <pc:chgData name="Ingalls, Jackson Lee" userId="S::ingallsj22@students.ecu.edu::a6fff6de-6e09-4dd3-907d-8a60f96230aa" providerId="AD" clId="Web-{3EF0BCE5-E769-AEF4-96AA-D6B4BBB82EDE}" dt="2025-02-24T18:12:11.748" v="1"/>
      <pc:docMkLst>
        <pc:docMk/>
      </pc:docMkLst>
      <pc:sldChg chg="add del">
        <pc:chgData name="Ingalls, Jackson Lee" userId="S::ingallsj22@students.ecu.edu::a6fff6de-6e09-4dd3-907d-8a60f96230aa" providerId="AD" clId="Web-{3EF0BCE5-E769-AEF4-96AA-D6B4BBB82EDE}" dt="2025-02-24T18:12:11.748" v="1"/>
        <pc:sldMkLst>
          <pc:docMk/>
          <pc:sldMk cId="1544821928" sldId="266"/>
        </pc:sldMkLst>
      </pc:sldChg>
    </pc:docChg>
  </pc:docChgLst>
  <pc:docChgLst>
    <pc:chgData name="Ingalls, Jackson Lee" userId="S::ingallsj22@students.ecu.edu::a6fff6de-6e09-4dd3-907d-8a60f96230aa" providerId="AD" clId="Web-{104A6C5E-BED7-2115-C0B5-1B580DBD0A75}"/>
    <pc:docChg chg="addSld delSld modSld sldOrd">
      <pc:chgData name="Ingalls, Jackson Lee" userId="S::ingallsj22@students.ecu.edu::a6fff6de-6e09-4dd3-907d-8a60f96230aa" providerId="AD" clId="Web-{104A6C5E-BED7-2115-C0B5-1B580DBD0A75}" dt="2025-04-21T23:25:55.602" v="895" actId="20577"/>
      <pc:docMkLst>
        <pc:docMk/>
      </pc:docMkLst>
      <pc:sldChg chg="modSp">
        <pc:chgData name="Ingalls, Jackson Lee" userId="S::ingallsj22@students.ecu.edu::a6fff6de-6e09-4dd3-907d-8a60f96230aa" providerId="AD" clId="Web-{104A6C5E-BED7-2115-C0B5-1B580DBD0A75}" dt="2025-04-21T23:25:55.602" v="895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104A6C5E-BED7-2115-C0B5-1B580DBD0A75}" dt="2025-04-21T23:25:55.602" v="895" actId="20577"/>
          <ac:spMkLst>
            <pc:docMk/>
            <pc:sldMk cId="3869494483" sldId="256"/>
            <ac:spMk id="2" creationId="{8A55329B-DB28-5D5D-6BB7-5C5969F64834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3:24:04.924" v="886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04A6C5E-BED7-2115-C0B5-1B580DBD0A75}" dt="2025-04-21T23:23:47.626" v="873" actId="1076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104A6C5E-BED7-2115-C0B5-1B580DBD0A75}" dt="2025-04-21T23:24:04.924" v="886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modSp">
        <pc:chgData name="Ingalls, Jackson Lee" userId="S::ingallsj22@students.ecu.edu::a6fff6de-6e09-4dd3-907d-8a60f96230aa" providerId="AD" clId="Web-{104A6C5E-BED7-2115-C0B5-1B580DBD0A75}" dt="2025-04-21T22:37:58.513" v="397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104A6C5E-BED7-2115-C0B5-1B580DBD0A75}" dt="2025-04-21T22:37:58.513" v="397" actId="20577"/>
          <ac:spMkLst>
            <pc:docMk/>
            <pc:sldMk cId="3644964489" sldId="288"/>
            <ac:spMk id="3" creationId="{05B3CE47-BDC9-E4AA-54E4-6A2DC457AA61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50:11.494" v="590" actId="20577"/>
        <pc:sldMkLst>
          <pc:docMk/>
          <pc:sldMk cId="2615260248" sldId="289"/>
        </pc:sldMkLst>
        <pc:spChg chg="mod">
          <ac:chgData name="Ingalls, Jackson Lee" userId="S::ingallsj22@students.ecu.edu::a6fff6de-6e09-4dd3-907d-8a60f96230aa" providerId="AD" clId="Web-{104A6C5E-BED7-2115-C0B5-1B580DBD0A75}" dt="2025-04-21T22:50:11.494" v="590" actId="20577"/>
          <ac:spMkLst>
            <pc:docMk/>
            <pc:sldMk cId="2615260248" sldId="289"/>
            <ac:spMk id="4" creationId="{223240F5-44D4-D391-0104-0AA0D10DEC5B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36:34.635" v="379" actId="20577"/>
        <pc:sldMkLst>
          <pc:docMk/>
          <pc:sldMk cId="1232727475" sldId="290"/>
        </pc:sldMkLst>
        <pc:spChg chg="mod">
          <ac:chgData name="Ingalls, Jackson Lee" userId="S::ingallsj22@students.ecu.edu::a6fff6de-6e09-4dd3-907d-8a60f96230aa" providerId="AD" clId="Web-{104A6C5E-BED7-2115-C0B5-1B580DBD0A75}" dt="2025-04-21T22:36:34.635" v="379" actId="20577"/>
          <ac:spMkLst>
            <pc:docMk/>
            <pc:sldMk cId="1232727475" sldId="290"/>
            <ac:spMk id="4" creationId="{B459B9C8-D09F-EAF9-89EE-13E10C3FDF30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40:11.893" v="506" actId="20577"/>
        <pc:sldMkLst>
          <pc:docMk/>
          <pc:sldMk cId="3689366203" sldId="291"/>
        </pc:sldMkLst>
        <pc:spChg chg="mod">
          <ac:chgData name="Ingalls, Jackson Lee" userId="S::ingallsj22@students.ecu.edu::a6fff6de-6e09-4dd3-907d-8a60f96230aa" providerId="AD" clId="Web-{104A6C5E-BED7-2115-C0B5-1B580DBD0A75}" dt="2025-04-21T22:40:11.893" v="506" actId="20577"/>
          <ac:spMkLst>
            <pc:docMk/>
            <pc:sldMk cId="3689366203" sldId="291"/>
            <ac:spMk id="4" creationId="{85B7520F-6BF4-8DDE-9E1F-859BF3640E38}"/>
          </ac:spMkLst>
        </pc:spChg>
      </pc:sldChg>
      <pc:sldChg chg="modSp new del">
        <pc:chgData name="Ingalls, Jackson Lee" userId="S::ingallsj22@students.ecu.edu::a6fff6de-6e09-4dd3-907d-8a60f96230aa" providerId="AD" clId="Web-{104A6C5E-BED7-2115-C0B5-1B580DBD0A75}" dt="2025-04-21T22:01:07.131" v="77"/>
        <pc:sldMkLst>
          <pc:docMk/>
          <pc:sldMk cId="584625012" sldId="292"/>
        </pc:sldMkLst>
        <pc:spChg chg="mod">
          <ac:chgData name="Ingalls, Jackson Lee" userId="S::ingallsj22@students.ecu.edu::a6fff6de-6e09-4dd3-907d-8a60f96230aa" providerId="AD" clId="Web-{104A6C5E-BED7-2115-C0B5-1B580DBD0A75}" dt="2025-04-21T21:57:24.217" v="15" actId="20577"/>
          <ac:spMkLst>
            <pc:docMk/>
            <pc:sldMk cId="584625012" sldId="292"/>
            <ac:spMk id="2" creationId="{DAAC2C1B-7D65-ACAD-1A4E-3D6454757E8D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1:59:11.596" v="46" actId="20577"/>
          <ac:spMkLst>
            <pc:docMk/>
            <pc:sldMk cId="584625012" sldId="292"/>
            <ac:spMk id="3" creationId="{4FBFC75F-E50C-8011-BC18-08C733E0151F}"/>
          </ac:spMkLst>
        </pc:spChg>
      </pc:sldChg>
      <pc:sldChg chg="modSp new del ord">
        <pc:chgData name="Ingalls, Jackson Lee" userId="S::ingallsj22@students.ecu.edu::a6fff6de-6e09-4dd3-907d-8a60f96230aa" providerId="AD" clId="Web-{104A6C5E-BED7-2115-C0B5-1B580DBD0A75}" dt="2025-04-21T21:58:40.423" v="40"/>
        <pc:sldMkLst>
          <pc:docMk/>
          <pc:sldMk cId="2114729101" sldId="293"/>
        </pc:sldMkLst>
        <pc:spChg chg="mod">
          <ac:chgData name="Ingalls, Jackson Lee" userId="S::ingallsj22@students.ecu.edu::a6fff6de-6e09-4dd3-907d-8a60f96230aa" providerId="AD" clId="Web-{104A6C5E-BED7-2115-C0B5-1B580DBD0A75}" dt="2025-04-21T21:58:36.751" v="39" actId="20577"/>
          <ac:spMkLst>
            <pc:docMk/>
            <pc:sldMk cId="2114729101" sldId="293"/>
            <ac:spMk id="2" creationId="{CDB1ABD1-717E-E1A3-04F9-4CBD0EF9B727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1:58:34.469" v="32" actId="20577"/>
          <ac:spMkLst>
            <pc:docMk/>
            <pc:sldMk cId="2114729101" sldId="293"/>
            <ac:spMk id="3" creationId="{B67845C5-FA07-6090-9680-4122C7F21A67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2:01:16.991" v="78"/>
        <pc:sldMkLst>
          <pc:docMk/>
          <pc:sldMk cId="3773213395" sldId="293"/>
        </pc:sldMkLst>
      </pc:sldChg>
      <pc:sldChg chg="modSp add replId">
        <pc:chgData name="Ingalls, Jackson Lee" userId="S::ingallsj22@students.ecu.edu::a6fff6de-6e09-4dd3-907d-8a60f96230aa" providerId="AD" clId="Web-{104A6C5E-BED7-2115-C0B5-1B580DBD0A75}" dt="2025-04-21T22:40:19.753" v="508" actId="20577"/>
        <pc:sldMkLst>
          <pc:docMk/>
          <pc:sldMk cId="870579518" sldId="294"/>
        </pc:sldMkLst>
        <pc:spChg chg="mod">
          <ac:chgData name="Ingalls, Jackson Lee" userId="S::ingallsj22@students.ecu.edu::a6fff6de-6e09-4dd3-907d-8a60f96230aa" providerId="AD" clId="Web-{104A6C5E-BED7-2115-C0B5-1B580DBD0A75}" dt="2025-04-21T22:00:02.535" v="60" actId="20577"/>
          <ac:spMkLst>
            <pc:docMk/>
            <pc:sldMk cId="870579518" sldId="294"/>
            <ac:spMk id="2" creationId="{3D8629AF-484C-6D4C-119A-9211F9ACDEB7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2:40:19.753" v="508" actId="20577"/>
          <ac:spMkLst>
            <pc:docMk/>
            <pc:sldMk cId="870579518" sldId="294"/>
            <ac:spMk id="4" creationId="{50758B49-6C9F-7E6C-0254-99BBF496CF3D}"/>
          </ac:spMkLst>
        </pc:spChg>
      </pc:sldChg>
      <pc:sldChg chg="modSp add del ord replId">
        <pc:chgData name="Ingalls, Jackson Lee" userId="S::ingallsj22@students.ecu.edu::a6fff6de-6e09-4dd3-907d-8a60f96230aa" providerId="AD" clId="Web-{104A6C5E-BED7-2115-C0B5-1B580DBD0A75}" dt="2025-04-21T23:21:44.244" v="682" actId="20577"/>
        <pc:sldMkLst>
          <pc:docMk/>
          <pc:sldMk cId="1898690464" sldId="295"/>
        </pc:sldMkLst>
        <pc:spChg chg="mod">
          <ac:chgData name="Ingalls, Jackson Lee" userId="S::ingallsj22@students.ecu.edu::a6fff6de-6e09-4dd3-907d-8a60f96230aa" providerId="AD" clId="Web-{104A6C5E-BED7-2115-C0B5-1B580DBD0A75}" dt="2025-04-21T23:21:44.244" v="682" actId="20577"/>
          <ac:spMkLst>
            <pc:docMk/>
            <pc:sldMk cId="1898690464" sldId="295"/>
            <ac:spMk id="2" creationId="{80ADFAF2-6837-E54C-355A-0585ED636763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1:26.025" v="672" actId="20577"/>
          <ac:spMkLst>
            <pc:docMk/>
            <pc:sldMk cId="1898690464" sldId="295"/>
            <ac:spMk id="4" creationId="{748177FA-C543-693C-0FA2-87A9B65F39E6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2:06:30.206" v="207"/>
        <pc:sldMkLst>
          <pc:docMk/>
          <pc:sldMk cId="1024554586" sldId="296"/>
        </pc:sldMkLst>
      </pc:sldChg>
      <pc:sldChg chg="modSp add replId">
        <pc:chgData name="Ingalls, Jackson Lee" userId="S::ingallsj22@students.ecu.edu::a6fff6de-6e09-4dd3-907d-8a60f96230aa" providerId="AD" clId="Web-{104A6C5E-BED7-2115-C0B5-1B580DBD0A75}" dt="2025-04-21T23:20:15.911" v="662" actId="20577"/>
        <pc:sldMkLst>
          <pc:docMk/>
          <pc:sldMk cId="1065231405" sldId="296"/>
        </pc:sldMkLst>
        <pc:spChg chg="mod">
          <ac:chgData name="Ingalls, Jackson Lee" userId="S::ingallsj22@students.ecu.edu::a6fff6de-6e09-4dd3-907d-8a60f96230aa" providerId="AD" clId="Web-{104A6C5E-BED7-2115-C0B5-1B580DBD0A75}" dt="2025-04-21T22:07:48.569" v="314" actId="20577"/>
          <ac:spMkLst>
            <pc:docMk/>
            <pc:sldMk cId="1065231405" sldId="296"/>
            <ac:spMk id="2" creationId="{B58D39A1-1262-2DFF-6772-8EB49F4FC499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0:15.911" v="662" actId="20577"/>
          <ac:spMkLst>
            <pc:docMk/>
            <pc:sldMk cId="1065231405" sldId="296"/>
            <ac:spMk id="4" creationId="{B77BA696-4612-D7B1-37EB-FC7B0D742237}"/>
          </ac:spMkLst>
        </pc:spChg>
      </pc:sldChg>
      <pc:sldChg chg="modSp add replId">
        <pc:chgData name="Ingalls, Jackson Lee" userId="S::ingallsj22@students.ecu.edu::a6fff6de-6e09-4dd3-907d-8a60f96230aa" providerId="AD" clId="Web-{104A6C5E-BED7-2115-C0B5-1B580DBD0A75}" dt="2025-04-21T23:20:10.552" v="661" actId="20577"/>
        <pc:sldMkLst>
          <pc:docMk/>
          <pc:sldMk cId="3733736104" sldId="297"/>
        </pc:sldMkLst>
        <pc:spChg chg="mod">
          <ac:chgData name="Ingalls, Jackson Lee" userId="S::ingallsj22@students.ecu.edu::a6fff6de-6e09-4dd3-907d-8a60f96230aa" providerId="AD" clId="Web-{104A6C5E-BED7-2115-C0B5-1B580DBD0A75}" dt="2025-04-21T22:08:02.897" v="335" actId="20577"/>
          <ac:spMkLst>
            <pc:docMk/>
            <pc:sldMk cId="3733736104" sldId="297"/>
            <ac:spMk id="2" creationId="{AC88C0FF-F89B-0E2A-E274-0B1ED2815FF9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0:10.552" v="661" actId="20577"/>
          <ac:spMkLst>
            <pc:docMk/>
            <pc:sldMk cId="3733736104" sldId="297"/>
            <ac:spMk id="4" creationId="{918067DF-B673-6C6E-5921-8BA9EC49B904}"/>
          </ac:spMkLst>
        </pc:spChg>
      </pc:sldChg>
      <pc:sldChg chg="addSp delSp modSp add replId">
        <pc:chgData name="Ingalls, Jackson Lee" userId="S::ingallsj22@students.ecu.edu::a6fff6de-6e09-4dd3-907d-8a60f96230aa" providerId="AD" clId="Web-{104A6C5E-BED7-2115-C0B5-1B580DBD0A75}" dt="2025-04-21T23:20:02.817" v="660" actId="20577"/>
        <pc:sldMkLst>
          <pc:docMk/>
          <pc:sldMk cId="4178709480" sldId="298"/>
        </pc:sldMkLst>
        <pc:spChg chg="mod">
          <ac:chgData name="Ingalls, Jackson Lee" userId="S::ingallsj22@students.ecu.edu::a6fff6de-6e09-4dd3-907d-8a60f96230aa" providerId="AD" clId="Web-{104A6C5E-BED7-2115-C0B5-1B580DBD0A75}" dt="2025-04-21T22:08:12.429" v="352" actId="20577"/>
          <ac:spMkLst>
            <pc:docMk/>
            <pc:sldMk cId="4178709480" sldId="298"/>
            <ac:spMk id="2" creationId="{4007177F-C703-A91D-18D3-973B5A84DE3E}"/>
          </ac:spMkLst>
        </pc:spChg>
        <pc:spChg chg="del mod">
          <ac:chgData name="Ingalls, Jackson Lee" userId="S::ingallsj22@students.ecu.edu::a6fff6de-6e09-4dd3-907d-8a60f96230aa" providerId="AD" clId="Web-{104A6C5E-BED7-2115-C0B5-1B580DBD0A75}" dt="2025-04-21T22:08:56.118" v="360"/>
          <ac:spMkLst>
            <pc:docMk/>
            <pc:sldMk cId="4178709480" sldId="298"/>
            <ac:spMk id="4" creationId="{AB5DA6C4-9A33-186A-DCB6-CBD0A89B5FF2}"/>
          </ac:spMkLst>
        </pc:spChg>
        <pc:spChg chg="add mod">
          <ac:chgData name="Ingalls, Jackson Lee" userId="S::ingallsj22@students.ecu.edu::a6fff6de-6e09-4dd3-907d-8a60f96230aa" providerId="AD" clId="Web-{104A6C5E-BED7-2115-C0B5-1B580DBD0A75}" dt="2025-04-21T23:20:02.817" v="660" actId="20577"/>
          <ac:spMkLst>
            <pc:docMk/>
            <pc:sldMk cId="4178709480" sldId="298"/>
            <ac:spMk id="5" creationId="{40D48D1F-E044-1260-C3E5-B17508029266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3:10:20.003" v="644"/>
        <pc:sldMkLst>
          <pc:docMk/>
          <pc:sldMk cId="61465851" sldId="299"/>
        </pc:sldMkLst>
      </pc:sldChg>
      <pc:sldChg chg="modSp add del ord replId">
        <pc:chgData name="Ingalls, Jackson Lee" userId="S::ingallsj22@students.ecu.edu::a6fff6de-6e09-4dd3-907d-8a60f96230aa" providerId="AD" clId="Web-{104A6C5E-BED7-2115-C0B5-1B580DBD0A75}" dt="2025-04-21T23:10:51.442" v="657"/>
        <pc:sldMkLst>
          <pc:docMk/>
          <pc:sldMk cId="867785334" sldId="299"/>
        </pc:sldMkLst>
        <pc:spChg chg="mod">
          <ac:chgData name="Ingalls, Jackson Lee" userId="S::ingallsj22@students.ecu.edu::a6fff6de-6e09-4dd3-907d-8a60f96230aa" providerId="AD" clId="Web-{104A6C5E-BED7-2115-C0B5-1B580DBD0A75}" dt="2025-04-21T23:10:38.942" v="656" actId="20577"/>
          <ac:spMkLst>
            <pc:docMk/>
            <pc:sldMk cId="867785334" sldId="299"/>
            <ac:spMk id="2" creationId="{8D58C17E-6FD3-94D1-5994-6580E5992DB4}"/>
          </ac:spMkLst>
        </pc:spChg>
      </pc:sldChg>
    </pc:docChg>
  </pc:docChgLst>
  <pc:docChgLst>
    <pc:chgData name="Lancaster, Christian Ray" userId="S::lancasterc23@students.ecu.edu::f6524adb-a430-4891-b8f4-e82907d0ae3d" providerId="AD" clId="Web-{57611D76-B256-D1B8-7ABF-9713AA062D6E}"/>
    <pc:docChg chg="modSld">
      <pc:chgData name="Lancaster, Christian Ray" userId="S::lancasterc23@students.ecu.edu::f6524adb-a430-4891-b8f4-e82907d0ae3d" providerId="AD" clId="Web-{57611D76-B256-D1B8-7ABF-9713AA062D6E}" dt="2025-02-10T02:25:49.233" v="5" actId="1076"/>
      <pc:docMkLst>
        <pc:docMk/>
      </pc:docMkLst>
      <pc:sldChg chg="addSp delSp modSp">
        <pc:chgData name="Lancaster, Christian Ray" userId="S::lancasterc23@students.ecu.edu::f6524adb-a430-4891-b8f4-e82907d0ae3d" providerId="AD" clId="Web-{57611D76-B256-D1B8-7ABF-9713AA062D6E}" dt="2025-02-10T02:25:49.233" v="5" actId="1076"/>
        <pc:sldMkLst>
          <pc:docMk/>
          <pc:sldMk cId="2532917971" sldId="265"/>
        </pc:sldMkLst>
        <pc:picChg chg="add mod ord">
          <ac:chgData name="Lancaster, Christian Ray" userId="S::lancasterc23@students.ecu.edu::f6524adb-a430-4891-b8f4-e82907d0ae3d" providerId="AD" clId="Web-{57611D76-B256-D1B8-7ABF-9713AA062D6E}" dt="2025-02-10T02:25:49.233" v="5" actId="1076"/>
          <ac:picMkLst>
            <pc:docMk/>
            <pc:sldMk cId="2532917971" sldId="265"/>
            <ac:picMk id="4" creationId="{82E9A7AA-6CAA-5009-75A1-48C82192B9DB}"/>
          </ac:picMkLst>
        </pc:picChg>
      </pc:sldChg>
    </pc:docChg>
  </pc:docChgLst>
  <pc:docChgLst>
    <pc:chgData name="Hatem, Carson" userId="S::hatemc22@students.ecu.edu::0da7c0ae-baa9-4757-b721-93744e55c2c5" providerId="AD" clId="Web-{1350D3FA-67CA-4301-8056-B55BBCA4A7C1}"/>
    <pc:docChg chg="addSld modSld sldOrd">
      <pc:chgData name="Hatem, Carson" userId="S::hatemc22@students.ecu.edu::0da7c0ae-baa9-4757-b721-93744e55c2c5" providerId="AD" clId="Web-{1350D3FA-67CA-4301-8056-B55BBCA4A7C1}" dt="2025-04-21T20:00:29.832" v="166" actId="20577"/>
      <pc:docMkLst>
        <pc:docMk/>
      </pc:docMkLst>
      <pc:sldChg chg="addSp delSp modSp add ord replId">
        <pc:chgData name="Hatem, Carson" userId="S::hatemc22@students.ecu.edu::0da7c0ae-baa9-4757-b721-93744e55c2c5" providerId="AD" clId="Web-{1350D3FA-67CA-4301-8056-B55BBCA4A7C1}" dt="2025-04-21T20:00:29.832" v="166" actId="20577"/>
        <pc:sldMkLst>
          <pc:docMk/>
          <pc:sldMk cId="2615260248" sldId="289"/>
        </pc:sldMkLst>
        <pc:spChg chg="mod">
          <ac:chgData name="Hatem, Carson" userId="S::hatemc22@students.ecu.edu::0da7c0ae-baa9-4757-b721-93744e55c2c5" providerId="AD" clId="Web-{1350D3FA-67CA-4301-8056-B55BBCA4A7C1}" dt="2025-04-21T19:51:04.616" v="30" actId="20577"/>
          <ac:spMkLst>
            <pc:docMk/>
            <pc:sldMk cId="2615260248" sldId="289"/>
            <ac:spMk id="2" creationId="{9DDE5F2F-B82F-EFCD-426B-179D451D40BA}"/>
          </ac:spMkLst>
        </pc:spChg>
        <pc:spChg chg="add mod">
          <ac:chgData name="Hatem, Carson" userId="S::hatemc22@students.ecu.edu::0da7c0ae-baa9-4757-b721-93744e55c2c5" providerId="AD" clId="Web-{1350D3FA-67CA-4301-8056-B55BBCA4A7C1}" dt="2025-04-21T20:00:29.832" v="166" actId="20577"/>
          <ac:spMkLst>
            <pc:docMk/>
            <pc:sldMk cId="2615260248" sldId="289"/>
            <ac:spMk id="4" creationId="{223240F5-44D4-D391-0104-0AA0D10DEC5B}"/>
          </ac:spMkLst>
        </pc:spChg>
        <pc:picChg chg="del">
          <ac:chgData name="Hatem, Carson" userId="S::hatemc22@students.ecu.edu::0da7c0ae-baa9-4757-b721-93744e55c2c5" providerId="AD" clId="Web-{1350D3FA-67CA-4301-8056-B55BBCA4A7C1}" dt="2025-04-21T19:50:53.335" v="2"/>
          <ac:picMkLst>
            <pc:docMk/>
            <pc:sldMk cId="2615260248" sldId="289"/>
            <ac:picMk id="6" creationId="{199F5FF4-2C27-C3C0-8F13-5AA79A86DEF3}"/>
          </ac:picMkLst>
        </pc:picChg>
      </pc:sldChg>
      <pc:sldChg chg="modSp add replId">
        <pc:chgData name="Hatem, Carson" userId="S::hatemc22@students.ecu.edu::0da7c0ae-baa9-4757-b721-93744e55c2c5" providerId="AD" clId="Web-{1350D3FA-67CA-4301-8056-B55BBCA4A7C1}" dt="2025-04-21T19:51:12.554" v="42" actId="20577"/>
        <pc:sldMkLst>
          <pc:docMk/>
          <pc:sldMk cId="1232727475" sldId="290"/>
        </pc:sldMkLst>
        <pc:spChg chg="mod">
          <ac:chgData name="Hatem, Carson" userId="S::hatemc22@students.ecu.edu::0da7c0ae-baa9-4757-b721-93744e55c2c5" providerId="AD" clId="Web-{1350D3FA-67CA-4301-8056-B55BBCA4A7C1}" dt="2025-04-21T19:51:12.554" v="42" actId="20577"/>
          <ac:spMkLst>
            <pc:docMk/>
            <pc:sldMk cId="1232727475" sldId="290"/>
            <ac:spMk id="2" creationId="{AE6F5100-DD92-CE7F-DD99-758A2EB7CA87}"/>
          </ac:spMkLst>
        </pc:spChg>
      </pc:sldChg>
      <pc:sldChg chg="modSp add replId">
        <pc:chgData name="Hatem, Carson" userId="S::hatemc22@students.ecu.edu::0da7c0ae-baa9-4757-b721-93744e55c2c5" providerId="AD" clId="Web-{1350D3FA-67CA-4301-8056-B55BBCA4A7C1}" dt="2025-04-21T19:51:59.507" v="81" actId="20577"/>
        <pc:sldMkLst>
          <pc:docMk/>
          <pc:sldMk cId="3689366203" sldId="291"/>
        </pc:sldMkLst>
        <pc:spChg chg="mod">
          <ac:chgData name="Hatem, Carson" userId="S::hatemc22@students.ecu.edu::0da7c0ae-baa9-4757-b721-93744e55c2c5" providerId="AD" clId="Web-{1350D3FA-67CA-4301-8056-B55BBCA4A7C1}" dt="2025-04-21T19:51:59.507" v="81" actId="20577"/>
          <ac:spMkLst>
            <pc:docMk/>
            <pc:sldMk cId="3689366203" sldId="291"/>
            <ac:spMk id="2" creationId="{70580C1B-9F02-4F1A-5B6F-7248204717BF}"/>
          </ac:spMkLst>
        </pc:spChg>
      </pc:sldChg>
    </pc:docChg>
  </pc:docChgLst>
  <pc:docChgLst>
    <pc:chgData name="Ingalls, Jackson Lee" userId="S::ingallsj22@students.ecu.edu::a6fff6de-6e09-4dd3-907d-8a60f96230aa" providerId="AD" clId="Web-{093AA307-4F3A-E980-8A21-B8D52B482E8B}"/>
    <pc:docChg chg="delSld modSld">
      <pc:chgData name="Ingalls, Jackson Lee" userId="S::ingallsj22@students.ecu.edu::a6fff6de-6e09-4dd3-907d-8a60f96230aa" providerId="AD" clId="Web-{093AA307-4F3A-E980-8A21-B8D52B482E8B}" dt="2025-02-24T19:41:36.053" v="552" actId="20577"/>
      <pc:docMkLst>
        <pc:docMk/>
      </pc:docMkLst>
      <pc:sldChg chg="modSp">
        <pc:chgData name="Ingalls, Jackson Lee" userId="S::ingallsj22@students.ecu.edu::a6fff6de-6e09-4dd3-907d-8a60f96230aa" providerId="AD" clId="Web-{093AA307-4F3A-E980-8A21-B8D52B482E8B}" dt="2025-02-24T18:40:15.741" v="2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093AA307-4F3A-E980-8A21-B8D52B482E8B}" dt="2025-02-24T18:40:11.944" v="20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15.741" v="2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 del">
        <pc:chgData name="Ingalls, Jackson Lee" userId="S::ingallsj22@students.ecu.edu::a6fff6de-6e09-4dd3-907d-8a60f96230aa" providerId="AD" clId="Web-{093AA307-4F3A-E980-8A21-B8D52B482E8B}" dt="2025-02-24T18:40:47.805" v="41"/>
        <pc:sldMkLst>
          <pc:docMk/>
          <pc:sldMk cId="977577999" sldId="258"/>
        </pc:sldMkLst>
        <pc:spChg chg="mod">
          <ac:chgData name="Ingalls, Jackson Lee" userId="S::ingallsj22@students.ecu.edu::a6fff6de-6e09-4dd3-907d-8a60f96230aa" providerId="AD" clId="Web-{093AA307-4F3A-E980-8A21-B8D52B482E8B}" dt="2025-02-24T18:40:27.476" v="34" actId="20577"/>
          <ac:spMkLst>
            <pc:docMk/>
            <pc:sldMk cId="977577999" sldId="258"/>
            <ac:spMk id="2" creationId="{7E04B684-9694-9A50-EE30-B55E9F2A1986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29.851" v="35" actId="20577"/>
          <ac:spMkLst>
            <pc:docMk/>
            <pc:sldMk cId="977577999" sldId="258"/>
            <ac:spMk id="3" creationId="{98EF8B66-2C6C-26E3-F076-5F30F97373D7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0:32.617" v="36"/>
        <pc:sldMkLst>
          <pc:docMk/>
          <pc:sldMk cId="1735733620" sldId="259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8.476" v="39"/>
        <pc:sldMkLst>
          <pc:docMk/>
          <pc:sldMk cId="1826641721" sldId="260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7.617" v="38"/>
        <pc:sldMkLst>
          <pc:docMk/>
          <pc:sldMk cId="1683239025" sldId="261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9:06:12.737" v="539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093AA307-4F3A-E980-8A21-B8D52B482E8B}" dt="2025-02-24T19:06:12.737" v="539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1:00.446" v="44"/>
        <pc:sldMkLst>
          <pc:docMk/>
          <pc:sldMk cId="3357686734" sldId="267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5.211" v="37"/>
        <pc:sldMkLst>
          <pc:docMk/>
          <pc:sldMk cId="3627101146" sldId="268"/>
        </pc:sldMkLst>
      </pc:sldChg>
      <pc:sldChg chg="addSp delSp modSp">
        <pc:chgData name="Ingalls, Jackson Lee" userId="S::ingallsj22@students.ecu.edu::a6fff6de-6e09-4dd3-907d-8a60f96230aa" providerId="AD" clId="Web-{093AA307-4F3A-E980-8A21-B8D52B482E8B}" dt="2025-02-24T19:41:36.053" v="552" actId="20577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093AA307-4F3A-E980-8A21-B8D52B482E8B}" dt="2025-02-24T19:41:36.053" v="552" actId="20577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093AA307-4F3A-E980-8A21-B8D52B482E8B}" dt="2025-02-24T19:41:12.224" v="540"/>
          <ac:spMkLst>
            <pc:docMk/>
            <pc:sldMk cId="1079086700" sldId="269"/>
            <ac:spMk id="4" creationId="{A3E767B9-AF99-3E29-8AD4-CB0E7E4E3D0A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34.800" v="535"/>
          <ac:graphicFrameMkLst>
            <pc:docMk/>
            <pc:sldMk cId="1079086700" sldId="269"/>
            <ac:graphicFrameMk id="5" creationId="{B0488D63-E524-17EF-26BA-4161AF76C461}"/>
          </ac:graphicFrameMkLst>
        </pc:graphicFrameChg>
        <pc:picChg chg="add mod ord">
          <ac:chgData name="Ingalls, Jackson Lee" userId="S::ingallsj22@students.ecu.edu::a6fff6de-6e09-4dd3-907d-8a60f96230aa" providerId="AD" clId="Web-{093AA307-4F3A-E980-8A21-B8D52B482E8B}" dt="2025-02-24T19:41:27.241" v="543" actId="1076"/>
          <ac:picMkLst>
            <pc:docMk/>
            <pc:sldMk cId="1079086700" sldId="269"/>
            <ac:picMk id="3" creationId="{1E6D78DE-D097-D447-09DD-053A0EBD3512}"/>
          </ac:picMkLst>
        </pc:picChg>
      </pc:sldChg>
      <pc:sldChg chg="modSp">
        <pc:chgData name="Ingalls, Jackson Lee" userId="S::ingallsj22@students.ecu.edu::a6fff6de-6e09-4dd3-907d-8a60f96230aa" providerId="AD" clId="Web-{093AA307-4F3A-E980-8A21-B8D52B482E8B}" dt="2025-02-24T18:59:24.144" v="534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093AA307-4F3A-E980-8A21-B8D52B482E8B}" dt="2025-02-24T18:41:12.509" v="45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093AA307-4F3A-E980-8A21-B8D52B482E8B}" dt="2025-02-24T18:59:24.144" v="534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093AA307-4F3A-E980-8A21-B8D52B482E8B}" dt="2025-02-24T18:59:44.176" v="537" actId="20577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093AA307-4F3A-E980-8A21-B8D52B482E8B}" dt="2025-02-24T18:59:44.176" v="537" actId="20577"/>
          <ac:spMkLst>
            <pc:docMk/>
            <pc:sldMk cId="2949255551" sldId="271"/>
            <ac:spMk id="2" creationId="{BC090FE9-2484-741A-A7C7-3AF9AFF878A1}"/>
          </ac:spMkLst>
        </pc:spChg>
        <pc:spChg chg="add mod">
          <ac:chgData name="Ingalls, Jackson Lee" userId="S::ingallsj22@students.ecu.edu::a6fff6de-6e09-4dd3-907d-8a60f96230aa" providerId="AD" clId="Web-{093AA307-4F3A-E980-8A21-B8D52B482E8B}" dt="2025-02-24T18:59:40.738" v="536"/>
          <ac:spMkLst>
            <pc:docMk/>
            <pc:sldMk cId="2949255551" sldId="271"/>
            <ac:spMk id="4" creationId="{D4F17AD6-503B-05A2-FF89-6D7308A9CC78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40.738" v="536"/>
          <ac:graphicFrameMkLst>
            <pc:docMk/>
            <pc:sldMk cId="2949255551" sldId="271"/>
            <ac:graphicFrameMk id="5" creationId="{E82E2F0B-8302-2103-A74B-CFF2C18407CA}"/>
          </ac:graphicFrameMkLst>
        </pc:graphicFrameChg>
      </pc:sldChg>
      <pc:sldChg chg="del">
        <pc:chgData name="Ingalls, Jackson Lee" userId="S::ingallsj22@students.ecu.edu::a6fff6de-6e09-4dd3-907d-8a60f96230aa" providerId="AD" clId="Web-{093AA307-4F3A-E980-8A21-B8D52B482E8B}" dt="2025-02-24T18:40:39.211" v="40"/>
        <pc:sldMkLst>
          <pc:docMk/>
          <pc:sldMk cId="2111690045" sldId="273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8:40:52.508" v="43" actId="20577"/>
        <pc:sldMkLst>
          <pc:docMk/>
          <pc:sldMk cId="673249720" sldId="275"/>
        </pc:sldMkLst>
        <pc:spChg chg="mod">
          <ac:chgData name="Ingalls, Jackson Lee" userId="S::ingallsj22@students.ecu.edu::a6fff6de-6e09-4dd3-907d-8a60f96230aa" providerId="AD" clId="Web-{093AA307-4F3A-E980-8A21-B8D52B482E8B}" dt="2025-02-24T18:40:52.508" v="43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Bing-Zaremba, Austin" userId="S::bingzarembaa21@students.ecu.edu::8c14636c-9e92-4c3e-8201-feeea1a07558" providerId="AD" clId="Web-{4E53134C-742A-9907-94E0-97A160B7CDC6}"/>
    <pc:docChg chg="modSld">
      <pc:chgData name="Bing-Zaremba, Austin" userId="S::bingzarembaa21@students.ecu.edu::8c14636c-9e92-4c3e-8201-feeea1a07558" providerId="AD" clId="Web-{4E53134C-742A-9907-94E0-97A160B7CDC6}" dt="2025-03-17T21:40:04.147" v="1"/>
      <pc:docMkLst>
        <pc:docMk/>
      </pc:docMkLst>
      <pc:sldChg chg="addSp delSp modSp mod setBg">
        <pc:chgData name="Bing-Zaremba, Austin" userId="S::bingzarembaa21@students.ecu.edu::8c14636c-9e92-4c3e-8201-feeea1a07558" providerId="AD" clId="Web-{4E53134C-742A-9907-94E0-97A160B7CDC6}" dt="2025-03-17T21:40:04.147" v="1"/>
        <pc:sldMkLst>
          <pc:docMk/>
          <pc:sldMk cId="4287221392" sldId="284"/>
        </pc:sldMkLst>
        <pc:spChg chg="mo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2" creationId="{0F553CCD-5EAF-5D77-4480-2B01E74B4261}"/>
          </ac:spMkLst>
        </pc:spChg>
        <pc:spChg chg="del">
          <ac:chgData name="Bing-Zaremba, Austin" userId="S::bingzarembaa21@students.ecu.edu::8c14636c-9e92-4c3e-8201-feeea1a07558" providerId="AD" clId="Web-{4E53134C-742A-9907-94E0-97A160B7CDC6}" dt="2025-03-17T21:39:59.912" v="0"/>
          <ac:spMkLst>
            <pc:docMk/>
            <pc:sldMk cId="4287221392" sldId="284"/>
            <ac:spMk id="3" creationId="{77AEBE4D-EE8C-9D12-6A12-44F6F769F2DB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9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3" creationId="{33428ACC-71EC-4171-9527-10983BA6B41D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7" creationId="{8D4480B4-953D-41FA-9052-09AB3A026947}"/>
          </ac:spMkLst>
        </pc:spChg>
        <pc:picChg chg="add mod ord">
          <ac:chgData name="Bing-Zaremba, Austin" userId="S::bingzarembaa21@students.ecu.edu::8c14636c-9e92-4c3e-8201-feeea1a07558" providerId="AD" clId="Web-{4E53134C-742A-9907-94E0-97A160B7CDC6}" dt="2025-03-17T21:40:04.147" v="1"/>
          <ac:picMkLst>
            <pc:docMk/>
            <pc:sldMk cId="4287221392" sldId="284"/>
            <ac:picMk id="4" creationId="{FAC2F91F-8DE7-A5D7-8C60-0CCDE16477D1}"/>
          </ac:picMkLst>
        </pc:pic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1" creationId="{1F5DC8C3-BA5F-4EED-BB9A-A14272BD82A1}"/>
          </ac:cxnSpMkLst>
        </pc:cxn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5" creationId="{BA22713B-ABB6-4391-97F9-0449A2B9B664}"/>
          </ac:cxnSpMkLst>
        </pc:cxnChg>
      </pc:sldChg>
    </pc:docChg>
  </pc:docChgLst>
  <pc:docChgLst>
    <pc:chgData name="Ingalls, Jackson Lee" userId="S::ingallsj22@students.ecu.edu::a6fff6de-6e09-4dd3-907d-8a60f96230aa" providerId="AD" clId="Web-{B06AF1F1-C9F6-F122-7DA6-CC767D939FA6}"/>
    <pc:docChg chg="modSld">
      <pc:chgData name="Ingalls, Jackson Lee" userId="S::ingallsj22@students.ecu.edu::a6fff6de-6e09-4dd3-907d-8a60f96230aa" providerId="AD" clId="Web-{B06AF1F1-C9F6-F122-7DA6-CC767D939FA6}" dt="2025-03-17T18:39:47.116" v="100" actId="20577"/>
      <pc:docMkLst>
        <pc:docMk/>
      </pc:docMkLst>
      <pc:sldChg chg="modSp">
        <pc:chgData name="Ingalls, Jackson Lee" userId="S::ingallsj22@students.ecu.edu::a6fff6de-6e09-4dd3-907d-8a60f96230aa" providerId="AD" clId="Web-{B06AF1F1-C9F6-F122-7DA6-CC767D939FA6}" dt="2025-03-17T18:39:47.116" v="10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6AF1F1-C9F6-F122-7DA6-CC767D939FA6}" dt="2025-03-17T18:39:47.116" v="100" actId="20577"/>
          <ac:spMkLst>
            <pc:docMk/>
            <pc:sldMk cId="3873564083" sldId="257"/>
            <ac:spMk id="3" creationId="{6DB649A7-A015-494D-1755-56932427C3FC}"/>
          </ac:spMkLst>
        </pc:spChg>
      </pc:sldChg>
    </pc:docChg>
  </pc:docChgLst>
  <pc:docChgLst>
    <pc:chgData name="Hatem, Carson" userId="S::hatemc22@students.ecu.edu::0da7c0ae-baa9-4757-b721-93744e55c2c5" providerId="AD" clId="Web-{0BAD9300-C23F-3AFF-FFAC-B5CEA2878E8C}"/>
    <pc:docChg chg="modSld">
      <pc:chgData name="Hatem, Carson" userId="S::hatemc22@students.ecu.edu::0da7c0ae-baa9-4757-b721-93744e55c2c5" providerId="AD" clId="Web-{0BAD9300-C23F-3AFF-FFAC-B5CEA2878E8C}" dt="2025-02-10T20:51:51.463" v="527" actId="20577"/>
      <pc:docMkLst>
        <pc:docMk/>
      </pc:docMkLst>
      <pc:sldChg chg="modSp">
        <pc:chgData name="Hatem, Carson" userId="S::hatemc22@students.ecu.edu::0da7c0ae-baa9-4757-b721-93744e55c2c5" providerId="AD" clId="Web-{0BAD9300-C23F-3AFF-FFAC-B5CEA2878E8C}" dt="2025-02-10T19:47:24.289" v="319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0BAD9300-C23F-3AFF-FFAC-B5CEA2878E8C}" dt="2025-02-10T19:47:24.289" v="319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Hatem, Carson" userId="S::hatemc22@students.ecu.edu::0da7c0ae-baa9-4757-b721-93744e55c2c5" providerId="AD" clId="Web-{0BAD9300-C23F-3AFF-FFAC-B5CEA2878E8C}" dt="2025-02-10T20:51:51.463" v="527" actId="20577"/>
        <pc:sldMkLst>
          <pc:docMk/>
          <pc:sldMk cId="977577999" sldId="258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13.913" v="318" actId="20577"/>
        <pc:sldMkLst>
          <pc:docMk/>
          <pc:sldMk cId="1735733620" sldId="259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45.414" v="323" actId="20577"/>
        <pc:sldMkLst>
          <pc:docMk/>
          <pc:sldMk cId="1826641721" sldId="260"/>
        </pc:sldMkLst>
      </pc:sldChg>
      <pc:sldChg chg="modSp">
        <pc:chgData name="Hatem, Carson" userId="S::hatemc22@students.ecu.edu::0da7c0ae-baa9-4757-b721-93744e55c2c5" providerId="AD" clId="Web-{0BAD9300-C23F-3AFF-FFAC-B5CEA2878E8C}" dt="2025-02-10T20:49:19.036" v="497" actId="20577"/>
        <pc:sldMkLst>
          <pc:docMk/>
          <pc:sldMk cId="1683239025" sldId="261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51.305" v="324" actId="20577"/>
        <pc:sldMkLst>
          <pc:docMk/>
          <pc:sldMk cId="3137219794" sldId="262"/>
        </pc:sldMkLst>
      </pc:sldChg>
      <pc:sldChg chg="modSp">
        <pc:chgData name="Hatem, Carson" userId="S::hatemc22@students.ecu.edu::0da7c0ae-baa9-4757-b721-93744e55c2c5" providerId="AD" clId="Web-{0BAD9300-C23F-3AFF-FFAC-B5CEA2878E8C}" dt="2025-02-10T20:31:06.841" v="457" actId="20577"/>
        <pc:sldMkLst>
          <pc:docMk/>
          <pc:sldMk cId="2822713704" sldId="263"/>
        </pc:sldMkLst>
      </pc:sldChg>
      <pc:sldChg chg="modSp">
        <pc:chgData name="Hatem, Carson" userId="S::hatemc22@students.ecu.edu::0da7c0ae-baa9-4757-b721-93744e55c2c5" providerId="AD" clId="Web-{0BAD9300-C23F-3AFF-FFAC-B5CEA2878E8C}" dt="2025-02-10T20:30:07.339" v="431" actId="20577"/>
        <pc:sldMkLst>
          <pc:docMk/>
          <pc:sldMk cId="3357686734" sldId="267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31.289" v="321" actId="20577"/>
        <pc:sldMkLst>
          <pc:docMk/>
          <pc:sldMk cId="3627101146" sldId="268"/>
        </pc:sldMkLst>
      </pc:sldChg>
    </pc:docChg>
  </pc:docChgLst>
  <pc:docChgLst>
    <pc:chgData name="Hatem, Carson" userId="S::hatemc22@students.ecu.edu::0da7c0ae-baa9-4757-b721-93744e55c2c5" providerId="AD" clId="Web-{135E3025-EA6A-4F83-9A0C-11707D19235C}"/>
    <pc:docChg chg="addSld delSld modSld">
      <pc:chgData name="Hatem, Carson" userId="S::hatemc22@students.ecu.edu::0da7c0ae-baa9-4757-b721-93744e55c2c5" providerId="AD" clId="Web-{135E3025-EA6A-4F83-9A0C-11707D19235C}" dt="2025-03-17T21:51:39.970" v="418" actId="20577"/>
      <pc:docMkLst>
        <pc:docMk/>
      </pc:docMkLst>
      <pc:sldChg chg="addSp delSp modSp">
        <pc:chgData name="Hatem, Carson" userId="S::hatemc22@students.ecu.edu::0da7c0ae-baa9-4757-b721-93744e55c2c5" providerId="AD" clId="Web-{135E3025-EA6A-4F83-9A0C-11707D19235C}" dt="2025-03-17T20:59:53.604" v="32" actId="1076"/>
        <pc:sldMkLst>
          <pc:docMk/>
          <pc:sldMk cId="1544821928" sldId="266"/>
        </pc:sldMkLst>
        <pc:spChg chg="del">
          <ac:chgData name="Hatem, Carson" userId="S::hatemc22@students.ecu.edu::0da7c0ae-baa9-4757-b721-93744e55c2c5" providerId="AD" clId="Web-{135E3025-EA6A-4F83-9A0C-11707D19235C}" dt="2025-03-17T20:58:59.618" v="10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135E3025-EA6A-4F83-9A0C-11707D19235C}" dt="2025-03-17T20:59:44.838" v="29" actId="1076"/>
          <ac:spMkLst>
            <pc:docMk/>
            <pc:sldMk cId="1544821928" sldId="266"/>
            <ac:spMk id="8" creationId="{EB0F8A3E-4D8F-D012-1092-73F38FA7E19E}"/>
          </ac:spMkLst>
        </pc:spChg>
        <pc:picChg chg="add mod">
          <ac:chgData name="Hatem, Carson" userId="S::hatemc22@students.ecu.edu::0da7c0ae-baa9-4757-b721-93744e55c2c5" providerId="AD" clId="Web-{135E3025-EA6A-4F83-9A0C-11707D19235C}" dt="2025-03-17T20:59:53.604" v="32" actId="1076"/>
          <ac:picMkLst>
            <pc:docMk/>
            <pc:sldMk cId="1544821928" sldId="266"/>
            <ac:picMk id="4" creationId="{6D8F72E0-F40F-03AF-74BB-66EB82EE3D61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1.977" v="8"/>
          <ac:picMkLst>
            <pc:docMk/>
            <pc:sldMk cId="1544821928" sldId="266"/>
            <ac:picMk id="11" creationId="{886F8D3B-70EB-9300-26C7-9FF0C2EE8028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3.243" v="9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Hatem, Carson" userId="S::hatemc22@students.ecu.edu::0da7c0ae-baa9-4757-b721-93744e55c2c5" providerId="AD" clId="Web-{135E3025-EA6A-4F83-9A0C-11707D19235C}" dt="2025-03-17T21:18:45.550" v="128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35E3025-EA6A-4F83-9A0C-11707D19235C}" dt="2025-03-17T21:12:11.604" v="105" actId="1076"/>
          <ac:spMkLst>
            <pc:docMk/>
            <pc:sldMk cId="3569211006" sldId="278"/>
            <ac:spMk id="3" creationId="{48912999-A034-5951-363E-FDCA161673C3}"/>
          </ac:spMkLst>
        </pc:spChg>
        <pc:spChg chg="add mod">
          <ac:chgData name="Hatem, Carson" userId="S::hatemc22@students.ecu.edu::0da7c0ae-baa9-4757-b721-93744e55c2c5" providerId="AD" clId="Web-{135E3025-EA6A-4F83-9A0C-11707D19235C}" dt="2025-03-17T21:04:11.281" v="59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12:32.745" v="121" actId="20577"/>
          <ac:spMkLst>
            <pc:docMk/>
            <pc:sldMk cId="3569211006" sldId="278"/>
            <ac:spMk id="8" creationId="{3150C260-E04B-9988-A0E1-FD791BE20CE9}"/>
          </ac:spMkLst>
        </pc:spChg>
        <pc:picChg chg="del mod">
          <ac:chgData name="Hatem, Carson" userId="S::hatemc22@students.ecu.edu::0da7c0ae-baa9-4757-b721-93744e55c2c5" providerId="AD" clId="Web-{135E3025-EA6A-4F83-9A0C-11707D19235C}" dt="2025-03-17T21:04:49.407" v="64"/>
          <ac:picMkLst>
            <pc:docMk/>
            <pc:sldMk cId="3569211006" sldId="278"/>
            <ac:picMk id="4" creationId="{DF7780A0-B984-2E9F-276E-967F0E44212B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1:05:35.017" v="85"/>
          <ac:picMkLst>
            <pc:docMk/>
            <pc:sldMk cId="3569211006" sldId="278"/>
            <ac:picMk id="5" creationId="{2240055C-CD19-3ABD-BE67-BDF87D6214E3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32.690" v="125" actId="1076"/>
          <ac:picMkLst>
            <pc:docMk/>
            <pc:sldMk cId="3569211006" sldId="278"/>
            <ac:picMk id="7" creationId="{3618BE04-91AD-80AF-8EC3-A826E8ED557A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45.550" v="128" actId="14100"/>
          <ac:picMkLst>
            <pc:docMk/>
            <pc:sldMk cId="3569211006" sldId="278"/>
            <ac:picMk id="9" creationId="{A7F0DC9F-6916-0648-A58B-1A39BB3008B3}"/>
          </ac:picMkLst>
        </pc:picChg>
      </pc:sldChg>
      <pc:sldChg chg="del">
        <pc:chgData name="Hatem, Carson" userId="S::hatemc22@students.ecu.edu::0da7c0ae-baa9-4757-b721-93744e55c2c5" providerId="AD" clId="Web-{135E3025-EA6A-4F83-9A0C-11707D19235C}" dt="2025-03-17T21:12:46.792" v="122"/>
        <pc:sldMkLst>
          <pc:docMk/>
          <pc:sldMk cId="3292912737" sldId="279"/>
        </pc:sldMkLst>
      </pc:sldChg>
      <pc:sldChg chg="addSp delSp modSp">
        <pc:chgData name="Hatem, Carson" userId="S::hatemc22@students.ecu.edu::0da7c0ae-baa9-4757-b721-93744e55c2c5" providerId="AD" clId="Web-{135E3025-EA6A-4F83-9A0C-11707D19235C}" dt="2025-03-17T20:57:40.023" v="7" actId="1076"/>
        <pc:sldMkLst>
          <pc:docMk/>
          <pc:sldMk cId="1982557218" sldId="283"/>
        </pc:sldMkLst>
        <pc:spChg chg="del">
          <ac:chgData name="Hatem, Carson" userId="S::hatemc22@students.ecu.edu::0da7c0ae-baa9-4757-b721-93744e55c2c5" providerId="AD" clId="Web-{135E3025-EA6A-4F83-9A0C-11707D19235C}" dt="2025-03-17T20:57:11.225" v="0"/>
          <ac:spMkLst>
            <pc:docMk/>
            <pc:sldMk cId="1982557218" sldId="283"/>
            <ac:spMk id="3" creationId="{C75DAD2A-93D9-2D45-BBF5-6E001548076E}"/>
          </ac:spMkLst>
        </pc:spChg>
        <pc:picChg chg="add mod ord">
          <ac:chgData name="Hatem, Carson" userId="S::hatemc22@students.ecu.edu::0da7c0ae-baa9-4757-b721-93744e55c2c5" providerId="AD" clId="Web-{135E3025-EA6A-4F83-9A0C-11707D19235C}" dt="2025-03-17T20:57:40.023" v="7" actId="1076"/>
          <ac:picMkLst>
            <pc:docMk/>
            <pc:sldMk cId="1982557218" sldId="283"/>
            <ac:picMk id="4" creationId="{6F88577E-C3F0-A9FD-DC50-BBC27C028B3C}"/>
          </ac:picMkLst>
        </pc:picChg>
      </pc:sldChg>
      <pc:sldChg chg="new del">
        <pc:chgData name="Hatem, Carson" userId="S::hatemc22@students.ecu.edu::0da7c0ae-baa9-4757-b721-93744e55c2c5" providerId="AD" clId="Web-{135E3025-EA6A-4F83-9A0C-11707D19235C}" dt="2025-03-17T21:37:43.690" v="131"/>
        <pc:sldMkLst>
          <pc:docMk/>
          <pc:sldMk cId="1150460288" sldId="287"/>
        </pc:sldMkLst>
      </pc:sldChg>
      <pc:sldChg chg="modSp add replId">
        <pc:chgData name="Hatem, Carson" userId="S::hatemc22@students.ecu.edu::0da7c0ae-baa9-4757-b721-93744e55c2c5" providerId="AD" clId="Web-{135E3025-EA6A-4F83-9A0C-11707D19235C}" dt="2025-03-17T21:51:39.970" v="418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35E3025-EA6A-4F83-9A0C-11707D19235C}" dt="2025-03-17T21:38:24.254" v="153" actId="20577"/>
          <ac:spMkLst>
            <pc:docMk/>
            <pc:sldMk cId="3644964489" sldId="288"/>
            <ac:spMk id="2" creationId="{227BFB68-CD4D-6CE6-7450-9E86C7664BD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51:39.970" v="418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5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4/21/2025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8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1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5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5329B-DB28-5D5D-6BB7-5C5969F64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783" y="1427360"/>
            <a:ext cx="5977937" cy="7559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Team 1 - Sprint 5</a:t>
            </a:r>
            <a:endParaRPr lang="en-US" dirty="0"/>
          </a:p>
        </p:txBody>
      </p:sp>
      <p:pic>
        <p:nvPicPr>
          <p:cNvPr id="4" name="Picture 3" descr="A purple and pink paint dripping down&#10;&#10;Description automatically generated">
            <a:extLst>
              <a:ext uri="{FF2B5EF4-FFF2-40B4-BE49-F238E27FC236}">
                <a16:creationId xmlns:a16="http://schemas.microsoft.com/office/drawing/2014/main" id="{FECF07AA-CA80-21BF-19A2-26560054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8" r="26234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773D4A-6F43-9D49-4B89-A710F461A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783" y="2546224"/>
            <a:ext cx="7075217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u="sng">
                <a:solidFill>
                  <a:srgbClr val="FFFFFF"/>
                </a:solidFill>
              </a:rPr>
              <a:t>Members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Carson Hatem – Systems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Austin Bing-Zaremba – Business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Christian Lancaster – Co-Product Owner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Jackson Ingalls – Database/Programming Coordinator</a:t>
            </a: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B79301-7A03-1AA4-9C08-BF6F087AE1F5}"/>
              </a:ext>
            </a:extLst>
          </p:cNvPr>
          <p:cNvSpPr txBox="1">
            <a:spLocks/>
          </p:cNvSpPr>
          <p:nvPr/>
        </p:nvSpPr>
        <p:spPr>
          <a:xfrm>
            <a:off x="5114200" y="753184"/>
            <a:ext cx="5977937" cy="7559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FFFFFF"/>
                </a:solidFill>
              </a:rPr>
              <a:t>SLW Home Improvements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94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7A8D-82CA-F486-AD01-6C0A3F11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CF7343-EA37-39F2-46AA-9BF41172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A03E0-3A1C-A847-1B5A-22D67DF4F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DFAF2-6837-E54C-355A-0585ED63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Migration Objectives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9CA39-F914-0BD7-4C7D-8E65A0D0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177FA-C543-693C-0FA2-87A9B65F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9924"/>
            <a:ext cx="10058400" cy="3760891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• </a:t>
            </a:r>
            <a:r>
              <a:rPr lang="en-US" sz="2600" dirty="0">
                <a:latin typeface="Speak Pro"/>
              </a:rPr>
              <a:t>Migrate all relevant customer data from spreadsheets to the new database.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• </a:t>
            </a:r>
            <a:r>
              <a:rPr lang="en-US" sz="2600" dirty="0">
                <a:latin typeface="Speak Pro"/>
              </a:rPr>
              <a:t>Ensure accurate transfer of service pricing and historical quote records.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• </a:t>
            </a:r>
            <a:r>
              <a:rPr lang="en-US" sz="2600" dirty="0">
                <a:latin typeface="Speak Pro"/>
              </a:rPr>
              <a:t>Train staff on system usage before full cutover.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• </a:t>
            </a:r>
            <a:r>
              <a:rPr lang="en-US" sz="2600" dirty="0">
                <a:latin typeface="Speak Pro"/>
              </a:rPr>
              <a:t>Minimize system downtime and disruptions to business operations.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• </a:t>
            </a:r>
            <a:r>
              <a:rPr lang="en-US" sz="2600" dirty="0">
                <a:latin typeface="Speak Pro"/>
              </a:rPr>
              <a:t>Establish temporary post-migration support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9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5D09D-9B8A-826C-9D13-01C713D9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15057A-627C-89EE-0755-C7CC94B26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0CEACB-CF03-371C-95F4-194F98C55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E5F2F-B82F-EFCD-426B-179D451D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Migration Plan – Business Readiness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D4DFC5-CE02-7A23-1008-B36DDD65B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240F5-44D4-D391-0104-0AA0D10D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r>
              <a:rPr lang="en-US" sz="2800" b="1" u="sng">
                <a:latin typeface="Speak Pro"/>
                <a:cs typeface="Times New Roman"/>
              </a:rPr>
              <a:t>Stakeholder Buy-in</a:t>
            </a:r>
            <a:r>
              <a:rPr lang="en-US" sz="2800" b="1">
                <a:latin typeface="Speak Pro"/>
                <a:cs typeface="Times New Roman"/>
              </a:rPr>
              <a:t> </a:t>
            </a:r>
            <a:r>
              <a:rPr lang="en-US" sz="2800">
                <a:latin typeface="Speak Pro"/>
                <a:cs typeface="Times New Roman"/>
              </a:rPr>
              <a:t>– Ensure SLW Home Improvements' management and key staff are on board with new system</a:t>
            </a:r>
            <a:endParaRPr lang="en-US">
              <a:latin typeface="Speak Pro"/>
              <a:cs typeface="Times New Roman"/>
            </a:endParaRPr>
          </a:p>
          <a:p>
            <a:r>
              <a:rPr lang="en-US" sz="2800" b="1" u="sng">
                <a:latin typeface="Speak Pro"/>
                <a:cs typeface="Times New Roman"/>
              </a:rPr>
              <a:t>Data Preparation</a:t>
            </a:r>
            <a:r>
              <a:rPr lang="en-US" sz="2800" b="1">
                <a:latin typeface="Speak Pro"/>
                <a:cs typeface="Times New Roman"/>
              </a:rPr>
              <a:t> </a:t>
            </a:r>
            <a:r>
              <a:rPr lang="en-US" sz="2800">
                <a:latin typeface="Speak Pro"/>
                <a:cs typeface="Times New Roman"/>
              </a:rPr>
              <a:t>– Gather/Clean existing data (customer data, invoices, quotes) to upload into new system</a:t>
            </a:r>
          </a:p>
          <a:p>
            <a:r>
              <a:rPr lang="en-US" sz="2800" b="1" u="sng">
                <a:latin typeface="Speak Pro"/>
                <a:cs typeface="Times New Roman"/>
              </a:rPr>
              <a:t>Process Review</a:t>
            </a:r>
            <a:r>
              <a:rPr lang="en-US" sz="2800" b="1">
                <a:latin typeface="Speak Pro"/>
                <a:cs typeface="Times New Roman"/>
              </a:rPr>
              <a:t> </a:t>
            </a:r>
            <a:r>
              <a:rPr lang="en-US" sz="2800">
                <a:latin typeface="Speak Pro"/>
                <a:cs typeface="Times New Roman"/>
              </a:rPr>
              <a:t>– Compare current workflows to new system's flow to ensure alignment</a:t>
            </a:r>
          </a:p>
          <a:p>
            <a:r>
              <a:rPr lang="en-US" sz="2800" b="1" u="sng">
                <a:latin typeface="Speak Pro"/>
                <a:cs typeface="Times New Roman"/>
              </a:rPr>
              <a:t>Communication Plan</a:t>
            </a:r>
            <a:r>
              <a:rPr lang="en-US" sz="2800" b="1">
                <a:latin typeface="Speak Pro"/>
                <a:cs typeface="Times New Roman"/>
              </a:rPr>
              <a:t> </a:t>
            </a:r>
            <a:r>
              <a:rPr lang="en-US" sz="2800">
                <a:latin typeface="Speak Pro"/>
                <a:cs typeface="Times New Roman"/>
              </a:rPr>
              <a:t>– Keep all staff updated with system launch</a:t>
            </a:r>
          </a:p>
          <a:p>
            <a:pPr marL="0" indent="0">
              <a:buNone/>
            </a:pPr>
            <a:endParaRPr lang="en-US" sz="2400" b="1">
              <a:latin typeface="Speak Pro"/>
              <a:cs typeface="Times New Roman"/>
            </a:endParaRPr>
          </a:p>
          <a:p>
            <a:pPr marL="0" indent="0">
              <a:buNone/>
            </a:pPr>
            <a:endParaRPr lang="en-US">
              <a:latin typeface="Speak Pro"/>
              <a:cs typeface="Times New Roman"/>
            </a:endParaRPr>
          </a:p>
          <a:p>
            <a:pPr marL="0" indent="0">
              <a:buNone/>
            </a:pPr>
            <a:endParaRPr lang="en-US">
              <a:latin typeface="Speak Pro"/>
              <a:cs typeface="Times New Roman"/>
            </a:endParaRPr>
          </a:p>
          <a:p>
            <a:pPr marL="0" indent="0">
              <a:buNone/>
            </a:pPr>
            <a:endParaRPr lang="en-US">
              <a:latin typeface="Speak Pro"/>
              <a:cs typeface="Times New Roman"/>
            </a:endParaRPr>
          </a:p>
          <a:p>
            <a:pPr marL="0" indent="0">
              <a:buNone/>
            </a:pPr>
            <a:endParaRPr lang="en-US">
              <a:latin typeface="Speak Pro"/>
              <a:cs typeface="Times New Roman"/>
            </a:endParaRPr>
          </a:p>
          <a:p>
            <a:pPr marL="0" indent="0">
              <a:buNone/>
            </a:pPr>
            <a:endParaRPr lang="en-US">
              <a:latin typeface="Speak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526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8C046-5215-2F2C-E7FF-008CAFE0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A987D7-AB55-7518-50E6-2F509BDEF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79260-21B2-DAF1-7B19-DA7EB3813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D39A1-1262-2DFF-6772-8EB49F4F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Business Readiness Success Indicators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ECB070-5356-C2CA-422A-CF15B7537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BA696-4612-D7B1-37EB-FC7B0D74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>
                <a:latin typeface="Speak Pro"/>
                <a:cs typeface="Times New Roman"/>
              </a:rPr>
              <a:t>All customer and quote records successfully transferred.</a:t>
            </a:r>
          </a:p>
          <a:p>
            <a:pPr marL="0" indent="0">
              <a:buNone/>
            </a:pPr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>
                <a:latin typeface="Speak Pro"/>
                <a:cs typeface="Times New Roman"/>
              </a:rPr>
              <a:t>SLW staff perform all business tasks in the new system within 1 week.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>
                <a:latin typeface="Speak Pro"/>
                <a:cs typeface="Times New Roman"/>
              </a:rPr>
              <a:t>No interruption in customer service during migration.</a:t>
            </a:r>
            <a:endParaRPr lang="en-US" sz="3000" dirty="0"/>
          </a:p>
          <a:p>
            <a:pPr marL="0" indent="0">
              <a:buNone/>
            </a:pPr>
            <a:endParaRPr lang="en-US" sz="3000" dirty="0">
              <a:latin typeface="Speak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231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2968D-B790-AE72-A395-A5634346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64A201-78FD-166B-7E01-281CAEF6D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14411-3B9F-1082-2AA7-89621C81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F5100-DD92-CE7F-DD99-758A2EB7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Migration Plan – Technical Readiness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7154D-3FF2-CB4F-7A16-98D6DF968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9B9C8-D09F-EAF9-89EE-13E10C3FD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9042"/>
            <a:ext cx="10058400" cy="4280436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r>
              <a:rPr lang="en-US" sz="2800" b="1" u="sng"/>
              <a:t>System Hosting</a:t>
            </a:r>
            <a:r>
              <a:rPr lang="en-US" sz="2800" b="1"/>
              <a:t> </a:t>
            </a:r>
            <a:r>
              <a:rPr lang="en-US" sz="2800"/>
              <a:t>– Set up the web server and ensure that the database is deployed correctly</a:t>
            </a:r>
            <a:endParaRPr lang="en-US" sz="2800">
              <a:solidFill>
                <a:srgbClr val="404040"/>
              </a:solidFill>
            </a:endParaRPr>
          </a:p>
          <a:p>
            <a:r>
              <a:rPr lang="en-US" sz="2800" b="1" u="sng"/>
              <a:t>Security Setup</a:t>
            </a:r>
            <a:r>
              <a:rPr lang="en-US" sz="2800" b="1"/>
              <a:t> </a:t>
            </a:r>
            <a:r>
              <a:rPr lang="en-US" sz="2800"/>
              <a:t>– Implement user authentication, admin access, and secure backups</a:t>
            </a:r>
            <a:endParaRPr lang="en-US" sz="2800">
              <a:solidFill>
                <a:srgbClr val="000000"/>
              </a:solidFill>
            </a:endParaRPr>
          </a:p>
          <a:p>
            <a:r>
              <a:rPr lang="en-US" sz="2800" b="1" u="sng"/>
              <a:t>Testing</a:t>
            </a:r>
            <a:r>
              <a:rPr lang="en-US" sz="2800" b="1"/>
              <a:t> </a:t>
            </a:r>
            <a:r>
              <a:rPr lang="en-US" sz="2800"/>
              <a:t>– Perform functionality tests, bug checks, and ensure all forms work correctly </a:t>
            </a:r>
            <a:endParaRPr lang="en-US" sz="2800">
              <a:solidFill>
                <a:srgbClr val="404040"/>
              </a:solidFill>
            </a:endParaRPr>
          </a:p>
          <a:p>
            <a:r>
              <a:rPr lang="en-US" sz="2800" b="1" u="sng"/>
              <a:t>Data Migration</a:t>
            </a:r>
            <a:r>
              <a:rPr lang="en-US" sz="2800" b="1"/>
              <a:t> </a:t>
            </a:r>
            <a:r>
              <a:rPr lang="en-US" sz="2800"/>
              <a:t>– Upload the cleaned data to the new system</a:t>
            </a:r>
          </a:p>
          <a:p>
            <a:r>
              <a:rPr lang="en-US" sz="2800" b="1" u="sng"/>
              <a:t>Backup Plan</a:t>
            </a:r>
            <a:r>
              <a:rPr lang="en-US" sz="2800" b="1"/>
              <a:t> </a:t>
            </a:r>
            <a:r>
              <a:rPr lang="en-US" sz="2800"/>
              <a:t>– Create a website and database backup files </a:t>
            </a:r>
          </a:p>
        </p:txBody>
      </p:sp>
    </p:spTree>
    <p:extLst>
      <p:ext uri="{BB962C8B-B14F-4D97-AF65-F5344CB8AC3E}">
        <p14:creationId xmlns:p14="http://schemas.microsoft.com/office/powerpoint/2010/main" val="123272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FF058-A682-BE65-F856-C52FF9EC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7CBD5C-0F5E-D1CA-4370-C4B8D93BA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BDFF1B-CC15-E739-575C-1F22309A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8C0FF-F89B-0E2A-E274-0B1ED281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Technical Readiness Success Indicators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587D1A-9B0A-AD48-9929-1570C24B5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067DF-B673-6C6E-5921-8BA9EC49B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334"/>
            <a:ext cx="10058400" cy="408114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/>
              <a:t>All components meet non-functional requirements.</a:t>
            </a:r>
          </a:p>
          <a:p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/>
              <a:t>No critical bugs found in final pre-launch system test.</a:t>
            </a:r>
          </a:p>
          <a:p>
            <a:r>
              <a:rPr lang="en-US" sz="3000" dirty="0">
                <a:ea typeface="+mn-lt"/>
                <a:cs typeface="+mn-lt"/>
              </a:rPr>
              <a:t>• </a:t>
            </a:r>
            <a:r>
              <a:rPr lang="en-US" sz="3000" dirty="0"/>
              <a:t>Backup/recovery processes verified before launch.</a:t>
            </a:r>
          </a:p>
        </p:txBody>
      </p:sp>
    </p:spTree>
    <p:extLst>
      <p:ext uri="{BB962C8B-B14F-4D97-AF65-F5344CB8AC3E}">
        <p14:creationId xmlns:p14="http://schemas.microsoft.com/office/powerpoint/2010/main" val="373373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B16FF-27CB-404B-AD39-A7638C29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46E8C7-66E3-2C3B-AB1C-D0354718C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FEBA92-0C11-3822-7AF9-EC42E1DB1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80C1B-9F02-4F1A-5B6F-72482047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Migration Plan – People Readiness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DF780-EBCD-435A-FAF3-DEC265720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7520F-6BF4-8DDE-9E1F-859BF364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2800" b="1" u="sng"/>
              <a:t>Training</a:t>
            </a:r>
            <a:r>
              <a:rPr lang="en-US" sz="2800" b="1"/>
              <a:t> </a:t>
            </a:r>
            <a:r>
              <a:rPr lang="en-US" sz="2800"/>
              <a:t>– Provide extensive training (considering that many operations were done by hand before), and provide technical manuals for employees</a:t>
            </a:r>
            <a:endParaRPr lang="en-US" sz="2800">
              <a:solidFill>
                <a:srgbClr val="404040"/>
              </a:solidFill>
            </a:endParaRPr>
          </a:p>
          <a:p>
            <a:r>
              <a:rPr lang="en-US" sz="2800" b="1" u="sng"/>
              <a:t>Support</a:t>
            </a:r>
            <a:r>
              <a:rPr lang="en-US" sz="2800" b="1"/>
              <a:t> </a:t>
            </a:r>
            <a:r>
              <a:rPr lang="en-US" sz="2800"/>
              <a:t>– Identify who staff can contact in case of problems during implementation </a:t>
            </a:r>
            <a:endParaRPr lang="en-US" sz="2800">
              <a:solidFill>
                <a:srgbClr val="404040"/>
              </a:solidFill>
            </a:endParaRPr>
          </a:p>
          <a:p>
            <a:r>
              <a:rPr lang="en-US" sz="2800" b="1" u="sng"/>
              <a:t>User Testing</a:t>
            </a:r>
            <a:r>
              <a:rPr lang="en-US" sz="2800" b="1"/>
              <a:t> </a:t>
            </a:r>
            <a:r>
              <a:rPr lang="en-US" sz="2800"/>
              <a:t>– Allow staff to test before system launch to build confidence and identify any unidentified issues</a:t>
            </a:r>
            <a:endParaRPr lang="en-US" sz="2800">
              <a:solidFill>
                <a:srgbClr val="404040"/>
              </a:solidFill>
            </a:endParaRPr>
          </a:p>
          <a:p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68936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87FB2-CB4E-F47D-17FB-35927A24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F3A81A-E3D2-23F4-F63D-A30045D6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ED337E-937D-4795-A1B6-5720F77A6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7177F-C703-A91D-18D3-973B5A84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People Readiness Success Indicators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CFAC06-3BDB-CB61-EC7F-F75E8F5BD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48D1F-E044-1260-C3E5-B1750802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3000" dirty="0">
                <a:ea typeface="+mn-lt"/>
                <a:cs typeface="+mn-lt"/>
              </a:rPr>
              <a:t>• 100% of staff trained and logged into the system before go-live.</a:t>
            </a:r>
            <a:endParaRPr lang="en-US" sz="3000" dirty="0"/>
          </a:p>
          <a:p>
            <a:r>
              <a:rPr lang="en-US" sz="3000" dirty="0">
                <a:ea typeface="+mn-lt"/>
                <a:cs typeface="+mn-lt"/>
              </a:rPr>
              <a:t>• Positive feedback from test users regarding usability.</a:t>
            </a:r>
            <a:endParaRPr lang="en-US" sz="3000" dirty="0"/>
          </a:p>
          <a:p>
            <a:r>
              <a:rPr lang="en-US" sz="3000" dirty="0">
                <a:ea typeface="+mn-lt"/>
                <a:cs typeface="+mn-lt"/>
              </a:rPr>
              <a:t>• Support requests are resolved within 24 hours during Week 1.</a:t>
            </a:r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78709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590E5-13ED-7C78-01A5-B944B04E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618F9D-EEF2-0803-2F45-99EC0CB1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894DE-9139-008D-8624-69D81E8C4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629AF-484C-6D4C-119A-9211F9AC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Post-Migration Support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74E69-876A-46D3-4ED7-70AE2446B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58B49-6C9F-7E6C-0254-99BBF496C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2800"/>
              <a:t>Designate a migration support contact (Jackson Ingalls – Database/Programming Coordinator).</a:t>
            </a:r>
          </a:p>
          <a:p>
            <a:r>
              <a:rPr lang="en-US" sz="2800"/>
              <a:t>Track and prioritize reported issues.</a:t>
            </a:r>
          </a:p>
          <a:p>
            <a:r>
              <a:rPr lang="en-US" sz="2800"/>
              <a:t>Roll out patches or data fixes within 24–48 hours.</a:t>
            </a:r>
          </a:p>
          <a:p>
            <a:r>
              <a:rPr lang="en-US" sz="2800"/>
              <a:t>Hold a post-migration review meeting two weeks after go-live to make final changes if needed and receive feedback from users.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87057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779F603-B669-4AD6-82F9-E09F7616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9C34E-764D-90D1-BE7F-47558146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2856"/>
            <a:ext cx="3598252" cy="35722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Updated Product Backlog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BFD994-C2DC-4E7D-9411-C7FF7813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7660" y="4485132"/>
            <a:ext cx="5486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96FA172-921E-4C46-94E3-3FC0695A7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01F2B3A0-E4B7-6224-9372-02B172D7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878" y="0"/>
            <a:ext cx="4626547" cy="639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86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6A9EE-D05D-3B99-B753-C5DA7319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972" y="99034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Sprint 5 Backlog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2AC01A-B021-C705-FFB8-2A2268166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200932"/>
              </p:ext>
            </p:extLst>
          </p:nvPr>
        </p:nvGraphicFramePr>
        <p:xfrm>
          <a:off x="1066800" y="1631526"/>
          <a:ext cx="10058401" cy="4665599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188245">
                  <a:extLst>
                    <a:ext uri="{9D8B030D-6E8A-4147-A177-3AD203B41FA5}">
                      <a16:colId xmlns:a16="http://schemas.microsoft.com/office/drawing/2014/main" val="750440730"/>
                    </a:ext>
                  </a:extLst>
                </a:gridCol>
                <a:gridCol w="2679523">
                  <a:extLst>
                    <a:ext uri="{9D8B030D-6E8A-4147-A177-3AD203B41FA5}">
                      <a16:colId xmlns:a16="http://schemas.microsoft.com/office/drawing/2014/main" val="3129528389"/>
                    </a:ext>
                  </a:extLst>
                </a:gridCol>
                <a:gridCol w="1804417">
                  <a:extLst>
                    <a:ext uri="{9D8B030D-6E8A-4147-A177-3AD203B41FA5}">
                      <a16:colId xmlns:a16="http://schemas.microsoft.com/office/drawing/2014/main" val="4079564485"/>
                    </a:ext>
                  </a:extLst>
                </a:gridCol>
                <a:gridCol w="2166574">
                  <a:extLst>
                    <a:ext uri="{9D8B030D-6E8A-4147-A177-3AD203B41FA5}">
                      <a16:colId xmlns:a16="http://schemas.microsoft.com/office/drawing/2014/main" val="1504653596"/>
                    </a:ext>
                  </a:extLst>
                </a:gridCol>
                <a:gridCol w="2219642">
                  <a:extLst>
                    <a:ext uri="{9D8B030D-6E8A-4147-A177-3AD203B41FA5}">
                      <a16:colId xmlns:a16="http://schemas.microsoft.com/office/drawing/2014/main" val="4234050089"/>
                    </a:ext>
                  </a:extLst>
                </a:gridCol>
              </a:tblGrid>
              <a:tr h="412907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SPRINT 3 BACKLOG</a:t>
                      </a:r>
                    </a:p>
                  </a:txBody>
                  <a:tcPr marL="116109" marR="9304" marT="89315" marB="893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Assignment</a:t>
                      </a:r>
                    </a:p>
                  </a:txBody>
                  <a:tcPr marL="116109" marR="9304" marT="89315" marB="8931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44747"/>
                  </a:ext>
                </a:extLst>
              </a:tr>
              <a:tr h="4129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UR#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Item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Priority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 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Team Member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44715"/>
                  </a:ext>
                </a:extLst>
              </a:tr>
              <a:tr h="4129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Incorporate Feedback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T>
                    <a:lnB w="0">
                      <a:noFill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110304"/>
                  </a:ext>
                </a:extLst>
              </a:tr>
              <a:tr h="619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Conduct unit testing on database&amp; frontend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17666"/>
                  </a:ext>
                </a:extLst>
              </a:tr>
              <a:tr h="5505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Deploy system to live server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Carson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619861"/>
                  </a:ext>
                </a:extLst>
              </a:tr>
              <a:tr h="619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Monitor and Resolve Deployment Issues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Austin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95615"/>
                  </a:ext>
                </a:extLst>
              </a:tr>
              <a:tr h="4129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116109" marR="9304" marT="89315" marB="89315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Client meeting to ensure the system meets all of their needs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Christian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68699"/>
                  </a:ext>
                </a:extLst>
              </a:tr>
              <a:tr h="4129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Develop Migration Plan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Christian</a:t>
                      </a:r>
                    </a:p>
                  </a:txBody>
                  <a:tcPr marL="116109" marR="9304" marT="89315" marB="89315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87650"/>
                  </a:ext>
                </a:extLst>
              </a:tr>
              <a:tr h="6193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Finalize Sprint 5 Burndown Chart &amp; Backlog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Completed</a:t>
                      </a:r>
                      <a:endParaRPr lang="en-US" dirty="0"/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Jackson</a:t>
                      </a:r>
                    </a:p>
                  </a:txBody>
                  <a:tcPr marL="116109" marR="9304" marT="89315" marB="89315" anchor="b">
                    <a:lnL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205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2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90FE9-2484-741A-A7C7-3AF9AFF8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Sprint 5 Burn Down 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 descr="A graph with a line&#10;&#10;AI-generated content may be incorrect.">
            <a:extLst>
              <a:ext uri="{FF2B5EF4-FFF2-40B4-BE49-F238E27FC236}">
                <a16:creationId xmlns:a16="http://schemas.microsoft.com/office/drawing/2014/main" id="{E5D04121-6182-EC2C-BF1D-38C924D2D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252" y="1906920"/>
            <a:ext cx="7822947" cy="4494135"/>
          </a:xfrm>
        </p:spPr>
      </p:pic>
    </p:spTree>
    <p:extLst>
      <p:ext uri="{BB962C8B-B14F-4D97-AF65-F5344CB8AC3E}">
        <p14:creationId xmlns:p14="http://schemas.microsoft.com/office/powerpoint/2010/main" val="2949255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39770-88BA-51B0-CDB7-A09E9919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62657-F27B-D3EA-0A4C-4558E2C71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4C9E1-674B-0846-B13F-05222EE7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BFB68-CD4D-6CE6-7450-9E86C766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Updates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3CE47-BDC9-E4AA-54E4-6A2DC457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518509"/>
            <a:ext cx="10884384" cy="3193294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u="sng">
                <a:solidFill>
                  <a:srgbClr val="404040"/>
                </a:solidFill>
                <a:latin typeface="Speak Pro"/>
                <a:ea typeface="Arial"/>
                <a:cs typeface="Arial"/>
              </a:rPr>
              <a:t>Forgot Password Functionality</a:t>
            </a:r>
            <a:r>
              <a:rPr lang="en-US" sz="2800" b="1" baseline="0">
                <a:solidFill>
                  <a:srgbClr val="404040"/>
                </a:solidFill>
                <a:latin typeface="Speak Pro"/>
                <a:ea typeface="Arial"/>
                <a:cs typeface="Arial"/>
              </a:rPr>
              <a:t> </a:t>
            </a:r>
            <a:r>
              <a:rPr lang="en-US" sz="2800" baseline="0">
                <a:solidFill>
                  <a:srgbClr val="404040"/>
                </a:solidFill>
                <a:latin typeface="Speak Pro"/>
                <a:ea typeface="Arial"/>
                <a:cs typeface="Arial"/>
              </a:rPr>
              <a:t>– </a:t>
            </a:r>
            <a:r>
              <a:rPr lang="en-US" sz="2800">
                <a:solidFill>
                  <a:srgbClr val="404040"/>
                </a:solidFill>
                <a:latin typeface="Speak Pro"/>
                <a:ea typeface="Arial"/>
                <a:cs typeface="Arial"/>
              </a:rPr>
              <a:t>Completed the forgot password feature and tested for bugs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u="sng">
                <a:cs typeface="Arial"/>
              </a:rPr>
              <a:t>Remember Me Box</a:t>
            </a:r>
            <a:r>
              <a:rPr lang="en-US" sz="2800" b="1">
                <a:cs typeface="Arial"/>
              </a:rPr>
              <a:t> </a:t>
            </a:r>
            <a:r>
              <a:rPr lang="en-US" sz="2800">
                <a:cs typeface="Arial"/>
              </a:rPr>
              <a:t>– Created a "Remember Me" box on the login page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u="sng">
                <a:cs typeface="Arial"/>
              </a:rPr>
              <a:t>Migration Planning Initiated</a:t>
            </a:r>
            <a:r>
              <a:rPr lang="en-US" sz="2800" b="1">
                <a:cs typeface="Arial"/>
              </a:rPr>
              <a:t> </a:t>
            </a:r>
            <a:r>
              <a:rPr lang="en-US" sz="2800">
                <a:cs typeface="Arial"/>
              </a:rPr>
              <a:t>– </a:t>
            </a:r>
            <a:r>
              <a:rPr lang="en-US" sz="2800">
                <a:solidFill>
                  <a:srgbClr val="404040"/>
                </a:solidFill>
                <a:latin typeface="Speak Pro"/>
                <a:cs typeface="Arial"/>
              </a:rPr>
              <a:t>Migration strategy covering business, technical and staff readiness documented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u="sng">
                <a:cs typeface="Arial"/>
              </a:rPr>
              <a:t>Testing </a:t>
            </a:r>
            <a:r>
              <a:rPr lang="en-US" sz="2800">
                <a:cs typeface="Arial"/>
              </a:rPr>
              <a:t>– Tested core system features to ensure no bugs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b="1">
              <a:cs typeface="Arial"/>
            </a:endParaRPr>
          </a:p>
          <a:p>
            <a:pPr marL="0" indent="0">
              <a:lnSpc>
                <a:spcPts val="2025"/>
              </a:lnSpc>
              <a:buNone/>
            </a:pPr>
            <a:endParaRPr lang="en-US" sz="2800" b="1"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A8DC91-824F-AD6A-00C3-FF5BF3E93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4964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2755092-2A02-4B19-ABF7-2F2AB9C2C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1145-7873-E1C6-7F0C-6B49974D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Sprint 5 PSPI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F21651-7098-4455-876C-B10FC5B3B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5791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8F3EBE-1295-44A8-AD05-61078D414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710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59F900-F9E1-464C-B31C-18C264152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29670" y="1755648"/>
            <a:ext cx="0" cy="13716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5A16B8-D4DD-4B6E-8E67-8D81432C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7386A2C-98C8-4053-89D9-65CDA232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316F6273-466F-F4FD-7D70-6DDD3558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2" y="576358"/>
            <a:ext cx="4477015" cy="4003543"/>
          </a:xfrm>
          <a:prstGeom prst="rect">
            <a:avLst/>
          </a:prstGeom>
        </p:spPr>
      </p:pic>
      <p:pic>
        <p:nvPicPr>
          <p:cNvPr id="4" name="Picture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D7C69CF-FA82-3817-613F-89914619A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531" y="577779"/>
            <a:ext cx="4510036" cy="3977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B20BF7-06D9-806D-07F7-D80D063DDFFB}"/>
              </a:ext>
            </a:extLst>
          </p:cNvPr>
          <p:cNvSpPr txBox="1"/>
          <p:nvPr/>
        </p:nvSpPr>
        <p:spPr>
          <a:xfrm>
            <a:off x="5089693" y="157053"/>
            <a:ext cx="26291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Remember Me Box</a:t>
            </a:r>
          </a:p>
        </p:txBody>
      </p:sp>
    </p:spTree>
    <p:extLst>
      <p:ext uri="{BB962C8B-B14F-4D97-AF65-F5344CB8AC3E}">
        <p14:creationId xmlns:p14="http://schemas.microsoft.com/office/powerpoint/2010/main" val="154482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A697-4BC2-DFD6-7415-516CD1EA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545425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LeftStep">
      <a:dk1>
        <a:srgbClr val="000000"/>
      </a:dk1>
      <a:lt1>
        <a:srgbClr val="FFFFFF"/>
      </a:lt1>
      <a:dk2>
        <a:srgbClr val="41242D"/>
      </a:dk2>
      <a:lt2>
        <a:srgbClr val="E2E7E8"/>
      </a:lt2>
      <a:accent1>
        <a:srgbClr val="DC8B81"/>
      </a:accent1>
      <a:accent2>
        <a:srgbClr val="D46586"/>
      </a:accent2>
      <a:accent3>
        <a:srgbClr val="DC81C2"/>
      </a:accent3>
      <a:accent4>
        <a:srgbClr val="C565D4"/>
      </a:accent4>
      <a:accent5>
        <a:srgbClr val="AA81DC"/>
      </a:accent5>
      <a:accent6>
        <a:srgbClr val="6865D4"/>
      </a:accent6>
      <a:hlink>
        <a:srgbClr val="598C93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794d6b-efbd-42f0-8a1d-5d980864552a" xsi:nil="true"/>
    <lcf76f155ced4ddcb4097134ff3c332f xmlns="cbf01d19-065d-44f7-9830-5f6c70b40f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C093E280B7FA4F855C845471CB8129" ma:contentTypeVersion="11" ma:contentTypeDescription="Create a new document." ma:contentTypeScope="" ma:versionID="f3c136f7e86f183a10ab7ef39c5d13d4">
  <xsd:schema xmlns:xsd="http://www.w3.org/2001/XMLSchema" xmlns:xs="http://www.w3.org/2001/XMLSchema" xmlns:p="http://schemas.microsoft.com/office/2006/metadata/properties" xmlns:ns2="cbf01d19-065d-44f7-9830-5f6c70b40f08" xmlns:ns3="82794d6b-efbd-42f0-8a1d-5d980864552a" targetNamespace="http://schemas.microsoft.com/office/2006/metadata/properties" ma:root="true" ma:fieldsID="5b7e8d5a8063afeba8250ffd57b1579c" ns2:_="" ns3:_="">
    <xsd:import namespace="cbf01d19-065d-44f7-9830-5f6c70b40f08"/>
    <xsd:import namespace="82794d6b-efbd-42f0-8a1d-5d98086455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01d19-065d-44f7-9830-5f6c70b40f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a0cd38b-47d1-479b-a863-216ca283e7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94d6b-efbd-42f0-8a1d-5d98086455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d8c9e2-9c4c-4075-be13-8aaf6a6760a7}" ma:internalName="TaxCatchAll" ma:showField="CatchAllData" ma:web="82794d6b-efbd-42f0-8a1d-5d98086455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E36B0B-5AF8-44E9-A379-FB4199B3A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32DA8C-7DBD-4820-826A-C2DB73B943F6}">
  <ds:schemaRefs>
    <ds:schemaRef ds:uri="82794d6b-efbd-42f0-8a1d-5d980864552a"/>
    <ds:schemaRef ds:uri="cbf01d19-065d-44f7-9830-5f6c70b40f08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E2AC15E-9219-4CEF-A4D3-511D784A5B7B}">
  <ds:schemaRefs>
    <ds:schemaRef ds:uri="82794d6b-efbd-42f0-8a1d-5d980864552a"/>
    <ds:schemaRef ds:uri="cbf01d19-065d-44f7-9830-5f6c70b40f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RetrospectVTI</vt:lpstr>
      <vt:lpstr>Team 1 - Sprint 5</vt:lpstr>
      <vt:lpstr>Migration Objectives</vt:lpstr>
      <vt:lpstr>Migration Plan – Business Readiness</vt:lpstr>
      <vt:lpstr>Business Readiness Success Indicators</vt:lpstr>
      <vt:lpstr>Migration Plan – Technical Readiness</vt:lpstr>
      <vt:lpstr>Technical Readiness Success Indicators</vt:lpstr>
      <vt:lpstr>Migration Plan – People Readiness</vt:lpstr>
      <vt:lpstr>People Readiness Success Indicators</vt:lpstr>
      <vt:lpstr>Post-Migration Support</vt:lpstr>
      <vt:lpstr>Updated Product Backlog</vt:lpstr>
      <vt:lpstr>Sprint 5 Backlog</vt:lpstr>
      <vt:lpstr>Sprint 5 Burn Down Chart</vt:lpstr>
      <vt:lpstr>Project Updates </vt:lpstr>
      <vt:lpstr>Sprint 5 PSPI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SLW Home Improvements</dc:title>
  <dc:creator>Carson Hatem</dc:creator>
  <cp:revision>28</cp:revision>
  <dcterms:created xsi:type="dcterms:W3CDTF">2025-02-07T03:21:27Z</dcterms:created>
  <dcterms:modified xsi:type="dcterms:W3CDTF">2025-04-21T23:26:01Z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0x010100BFC093E280B7FA4F855C845471CB8129</vt:lpwstr>
  </property>
  <property fmtid="{D5CDD505-2E9C-101B-9397-08002B2CF9AE}" pid="3" name="MediaServiceImageTags">
    <vt:lpwstr/>
  </property>
</Properties>
</file>